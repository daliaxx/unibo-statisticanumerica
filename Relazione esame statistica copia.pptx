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38"/>
  </p:notesMasterIdLst>
  <p:sldIdLst>
    <p:sldId id="256" r:id="rId2"/>
    <p:sldId id="259" r:id="rId3"/>
    <p:sldId id="309" r:id="rId4"/>
    <p:sldId id="306" r:id="rId5"/>
    <p:sldId id="308" r:id="rId6"/>
    <p:sldId id="307" r:id="rId7"/>
    <p:sldId id="311" r:id="rId8"/>
    <p:sldId id="314" r:id="rId9"/>
    <p:sldId id="323" r:id="rId10"/>
    <p:sldId id="312" r:id="rId11"/>
    <p:sldId id="324" r:id="rId12"/>
    <p:sldId id="313" r:id="rId13"/>
    <p:sldId id="330" r:id="rId14"/>
    <p:sldId id="316" r:id="rId15"/>
    <p:sldId id="325" r:id="rId16"/>
    <p:sldId id="317" r:id="rId17"/>
    <p:sldId id="318" r:id="rId18"/>
    <p:sldId id="327" r:id="rId19"/>
    <p:sldId id="332" r:id="rId20"/>
    <p:sldId id="329" r:id="rId21"/>
    <p:sldId id="319" r:id="rId22"/>
    <p:sldId id="334" r:id="rId23"/>
    <p:sldId id="335" r:id="rId24"/>
    <p:sldId id="333" r:id="rId25"/>
    <p:sldId id="336" r:id="rId26"/>
    <p:sldId id="320" r:id="rId27"/>
    <p:sldId id="337" r:id="rId28"/>
    <p:sldId id="321" r:id="rId29"/>
    <p:sldId id="322" r:id="rId30"/>
    <p:sldId id="339" r:id="rId31"/>
    <p:sldId id="310" r:id="rId32"/>
    <p:sldId id="340" r:id="rId33"/>
    <p:sldId id="342" r:id="rId34"/>
    <p:sldId id="341" r:id="rId35"/>
    <p:sldId id="343" r:id="rId36"/>
    <p:sldId id="338" r:id="rId37"/>
  </p:sldIdLst>
  <p:sldSz cx="9144000" cy="5143500" type="screen16x9"/>
  <p:notesSz cx="6858000" cy="9144000"/>
  <p:embeddedFontLst>
    <p:embeddedFont>
      <p:font typeface="Albert Sans" panose="020B0604020202020204" charset="0"/>
      <p:regular r:id="rId39"/>
      <p:bold r:id="rId40"/>
      <p:italic r:id="rId41"/>
      <p:boldItalic r:id="rId42"/>
    </p:embeddedFont>
    <p:embeddedFont>
      <p:font typeface="DM Sans" pitchFamily="2" charset="0"/>
      <p:regular r:id="rId43"/>
      <p:bold r:id="rId44"/>
      <p:italic r:id="rId45"/>
      <p:boldItalic r:id="rId46"/>
    </p:embeddedFont>
    <p:embeddedFont>
      <p:font typeface="Nunito Light" pitchFamily="2" charset="0"/>
      <p:regular r:id="rId47"/>
      <p: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99"/>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613E07-7C5A-438C-A9EC-34CA62528EAE}" v="6" dt="2024-06-17T17:54:11.135"/>
    <p1510:client id="{FFA1D92F-4459-4863-A051-B180557EC30E}" v="3" dt="2024-06-17T21:33:41.303"/>
  </p1510:revLst>
</p1510:revInfo>
</file>

<file path=ppt/tableStyles.xml><?xml version="1.0" encoding="utf-8"?>
<a:tblStyleLst xmlns:a="http://schemas.openxmlformats.org/drawingml/2006/main" def="{2D22612E-EE89-4EE2-A3C9-70B488475256}">
  <a:tblStyle styleId="{2D22612E-EE89-4EE2-A3C9-70B48847525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11134" autoAdjust="0"/>
    <p:restoredTop sz="94660"/>
  </p:normalViewPr>
  <p:slideViewPr>
    <p:cSldViewPr snapToGrid="0">
      <p:cViewPr varScale="1">
        <p:scale>
          <a:sx n="78" d="100"/>
          <a:sy n="78" d="100"/>
        </p:scale>
        <p:origin x="110" y="480"/>
      </p:cViewPr>
      <p:guideLst/>
    </p:cSldViewPr>
  </p:slideViewPr>
  <p:notesTextViewPr>
    <p:cViewPr>
      <p:scale>
        <a:sx n="1" d="1"/>
        <a:sy n="1" d="1"/>
      </p:scale>
      <p:origin x="0" y="0"/>
    </p:cViewPr>
  </p:notesTextViewPr>
  <p:sorterViewPr>
    <p:cViewPr>
      <p:scale>
        <a:sx n="100" d="100"/>
        <a:sy n="100" d="100"/>
      </p:scale>
      <p:origin x="0" y="-4315"/>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font" Target="fonts/font3.fntdata"/><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da Stylinson" userId="4efe4e72b0991b7a" providerId="LiveId" clId="{FFA1D92F-4459-4863-A051-B180557EC30E}"/>
    <pc:docChg chg="undo redo custSel addSld delSld modSld sldOrd">
      <pc:chgData name="Dada Stylinson" userId="4efe4e72b0991b7a" providerId="LiveId" clId="{FFA1D92F-4459-4863-A051-B180557EC30E}" dt="2024-06-18T09:22:17.291" v="204" actId="113"/>
      <pc:docMkLst>
        <pc:docMk/>
      </pc:docMkLst>
      <pc:sldChg chg="modSp mod">
        <pc:chgData name="Dada Stylinson" userId="4efe4e72b0991b7a" providerId="LiveId" clId="{FFA1D92F-4459-4863-A051-B180557EC30E}" dt="2024-06-17T19:49:16.811" v="20" actId="1076"/>
        <pc:sldMkLst>
          <pc:docMk/>
          <pc:sldMk cId="571660181" sldId="306"/>
        </pc:sldMkLst>
        <pc:spChg chg="mod">
          <ac:chgData name="Dada Stylinson" userId="4efe4e72b0991b7a" providerId="LiveId" clId="{FFA1D92F-4459-4863-A051-B180557EC30E}" dt="2024-06-17T19:48:25.134" v="7" actId="404"/>
          <ac:spMkLst>
            <pc:docMk/>
            <pc:sldMk cId="571660181" sldId="306"/>
            <ac:spMk id="16" creationId="{986C1E8F-E98B-C376-19A6-3B23530BDB4B}"/>
          </ac:spMkLst>
        </pc:spChg>
        <pc:spChg chg="mod">
          <ac:chgData name="Dada Stylinson" userId="4efe4e72b0991b7a" providerId="LiveId" clId="{FFA1D92F-4459-4863-A051-B180557EC30E}" dt="2024-06-17T19:48:32.137" v="8" actId="1076"/>
          <ac:spMkLst>
            <pc:docMk/>
            <pc:sldMk cId="571660181" sldId="306"/>
            <ac:spMk id="17" creationId="{5CFA38CB-32A4-0BB9-1D2B-6236D67085CC}"/>
          </ac:spMkLst>
        </pc:spChg>
        <pc:spChg chg="mod">
          <ac:chgData name="Dada Stylinson" userId="4efe4e72b0991b7a" providerId="LiveId" clId="{FFA1D92F-4459-4863-A051-B180557EC30E}" dt="2024-06-17T19:48:34.985" v="9" actId="1076"/>
          <ac:spMkLst>
            <pc:docMk/>
            <pc:sldMk cId="571660181" sldId="306"/>
            <ac:spMk id="18" creationId="{C06B8B52-709C-8CCC-A4FB-51AF81F6C0B4}"/>
          </ac:spMkLst>
        </pc:spChg>
        <pc:spChg chg="mod">
          <ac:chgData name="Dada Stylinson" userId="4efe4e72b0991b7a" providerId="LiveId" clId="{FFA1D92F-4459-4863-A051-B180557EC30E}" dt="2024-06-17T19:49:06.952" v="17" actId="1076"/>
          <ac:spMkLst>
            <pc:docMk/>
            <pc:sldMk cId="571660181" sldId="306"/>
            <ac:spMk id="19" creationId="{0ECEA4E2-7A31-474F-E53E-0A6DE30463A4}"/>
          </ac:spMkLst>
        </pc:spChg>
        <pc:spChg chg="mod">
          <ac:chgData name="Dada Stylinson" userId="4efe4e72b0991b7a" providerId="LiveId" clId="{FFA1D92F-4459-4863-A051-B180557EC30E}" dt="2024-06-17T19:49:06.952" v="17" actId="1076"/>
          <ac:spMkLst>
            <pc:docMk/>
            <pc:sldMk cId="571660181" sldId="306"/>
            <ac:spMk id="21" creationId="{C6E0BC32-0C8C-5F75-BEDF-CB2AE2045C2D}"/>
          </ac:spMkLst>
        </pc:spChg>
        <pc:spChg chg="mod">
          <ac:chgData name="Dada Stylinson" userId="4efe4e72b0991b7a" providerId="LiveId" clId="{FFA1D92F-4459-4863-A051-B180557EC30E}" dt="2024-06-17T19:48:25.134" v="7" actId="404"/>
          <ac:spMkLst>
            <pc:docMk/>
            <pc:sldMk cId="571660181" sldId="306"/>
            <ac:spMk id="23" creationId="{459A9EE5-EAEE-15B1-23D6-61A06EFCCECD}"/>
          </ac:spMkLst>
        </pc:spChg>
        <pc:spChg chg="mod">
          <ac:chgData name="Dada Stylinson" userId="4efe4e72b0991b7a" providerId="LiveId" clId="{FFA1D92F-4459-4863-A051-B180557EC30E}" dt="2024-06-17T19:48:25.134" v="7" actId="404"/>
          <ac:spMkLst>
            <pc:docMk/>
            <pc:sldMk cId="571660181" sldId="306"/>
            <ac:spMk id="25" creationId="{4E6BC0E6-4F35-6904-5C5E-FB3B5B9ACE39}"/>
          </ac:spMkLst>
        </pc:spChg>
        <pc:spChg chg="mod">
          <ac:chgData name="Dada Stylinson" userId="4efe4e72b0991b7a" providerId="LiveId" clId="{FFA1D92F-4459-4863-A051-B180557EC30E}" dt="2024-06-17T19:48:25.134" v="7" actId="404"/>
          <ac:spMkLst>
            <pc:docMk/>
            <pc:sldMk cId="571660181" sldId="306"/>
            <ac:spMk id="27" creationId="{EF8AF5BB-39AF-8B56-C152-23658CAADD1C}"/>
          </ac:spMkLst>
        </pc:spChg>
        <pc:spChg chg="mod">
          <ac:chgData name="Dada Stylinson" userId="4efe4e72b0991b7a" providerId="LiveId" clId="{FFA1D92F-4459-4863-A051-B180557EC30E}" dt="2024-06-17T19:48:25.134" v="7" actId="404"/>
          <ac:spMkLst>
            <pc:docMk/>
            <pc:sldMk cId="571660181" sldId="306"/>
            <ac:spMk id="361" creationId="{00000000-0000-0000-0000-000000000000}"/>
          </ac:spMkLst>
        </pc:spChg>
        <pc:spChg chg="mod">
          <ac:chgData name="Dada Stylinson" userId="4efe4e72b0991b7a" providerId="LiveId" clId="{FFA1D92F-4459-4863-A051-B180557EC30E}" dt="2024-06-17T19:48:25.134" v="7" actId="404"/>
          <ac:spMkLst>
            <pc:docMk/>
            <pc:sldMk cId="571660181" sldId="306"/>
            <ac:spMk id="366" creationId="{00000000-0000-0000-0000-000000000000}"/>
          </ac:spMkLst>
        </pc:spChg>
        <pc:spChg chg="mod">
          <ac:chgData name="Dada Stylinson" userId="4efe4e72b0991b7a" providerId="LiveId" clId="{FFA1D92F-4459-4863-A051-B180557EC30E}" dt="2024-06-17T19:48:51.695" v="15" actId="1076"/>
          <ac:spMkLst>
            <pc:docMk/>
            <pc:sldMk cId="571660181" sldId="306"/>
            <ac:spMk id="367" creationId="{00000000-0000-0000-0000-000000000000}"/>
          </ac:spMkLst>
        </pc:spChg>
        <pc:spChg chg="mod">
          <ac:chgData name="Dada Stylinson" userId="4efe4e72b0991b7a" providerId="LiveId" clId="{FFA1D92F-4459-4863-A051-B180557EC30E}" dt="2024-06-17T19:48:25.134" v="7" actId="404"/>
          <ac:spMkLst>
            <pc:docMk/>
            <pc:sldMk cId="571660181" sldId="306"/>
            <ac:spMk id="368" creationId="{00000000-0000-0000-0000-000000000000}"/>
          </ac:spMkLst>
        </pc:spChg>
        <pc:spChg chg="mod">
          <ac:chgData name="Dada Stylinson" userId="4efe4e72b0991b7a" providerId="LiveId" clId="{FFA1D92F-4459-4863-A051-B180557EC30E}" dt="2024-06-17T19:48:25.134" v="7" actId="404"/>
          <ac:spMkLst>
            <pc:docMk/>
            <pc:sldMk cId="571660181" sldId="306"/>
            <ac:spMk id="369" creationId="{00000000-0000-0000-0000-000000000000}"/>
          </ac:spMkLst>
        </pc:spChg>
        <pc:spChg chg="mod">
          <ac:chgData name="Dada Stylinson" userId="4efe4e72b0991b7a" providerId="LiveId" clId="{FFA1D92F-4459-4863-A051-B180557EC30E}" dt="2024-06-17T19:49:06.952" v="17" actId="1076"/>
          <ac:spMkLst>
            <pc:docMk/>
            <pc:sldMk cId="571660181" sldId="306"/>
            <ac:spMk id="372" creationId="{00000000-0000-0000-0000-000000000000}"/>
          </ac:spMkLst>
        </pc:spChg>
        <pc:spChg chg="mod">
          <ac:chgData name="Dada Stylinson" userId="4efe4e72b0991b7a" providerId="LiveId" clId="{FFA1D92F-4459-4863-A051-B180557EC30E}" dt="2024-06-17T19:48:25.134" v="7" actId="404"/>
          <ac:spMkLst>
            <pc:docMk/>
            <pc:sldMk cId="571660181" sldId="306"/>
            <ac:spMk id="373" creationId="{00000000-0000-0000-0000-000000000000}"/>
          </ac:spMkLst>
        </pc:spChg>
        <pc:spChg chg="mod">
          <ac:chgData name="Dada Stylinson" userId="4efe4e72b0991b7a" providerId="LiveId" clId="{FFA1D92F-4459-4863-A051-B180557EC30E}" dt="2024-06-17T19:48:59.522" v="16" actId="1076"/>
          <ac:spMkLst>
            <pc:docMk/>
            <pc:sldMk cId="571660181" sldId="306"/>
            <ac:spMk id="374" creationId="{00000000-0000-0000-0000-000000000000}"/>
          </ac:spMkLst>
        </pc:spChg>
        <pc:spChg chg="mod">
          <ac:chgData name="Dada Stylinson" userId="4efe4e72b0991b7a" providerId="LiveId" clId="{FFA1D92F-4459-4863-A051-B180557EC30E}" dt="2024-06-17T19:49:16.811" v="20" actId="1076"/>
          <ac:spMkLst>
            <pc:docMk/>
            <pc:sldMk cId="571660181" sldId="306"/>
            <ac:spMk id="375" creationId="{00000000-0000-0000-0000-000000000000}"/>
          </ac:spMkLst>
        </pc:spChg>
        <pc:spChg chg="mod">
          <ac:chgData name="Dada Stylinson" userId="4efe4e72b0991b7a" providerId="LiveId" clId="{FFA1D92F-4459-4863-A051-B180557EC30E}" dt="2024-06-17T19:49:09.645" v="18" actId="1076"/>
          <ac:spMkLst>
            <pc:docMk/>
            <pc:sldMk cId="571660181" sldId="306"/>
            <ac:spMk id="376" creationId="{00000000-0000-0000-0000-000000000000}"/>
          </ac:spMkLst>
        </pc:spChg>
        <pc:spChg chg="mod">
          <ac:chgData name="Dada Stylinson" userId="4efe4e72b0991b7a" providerId="LiveId" clId="{FFA1D92F-4459-4863-A051-B180557EC30E}" dt="2024-06-17T19:49:14.622" v="19" actId="1076"/>
          <ac:spMkLst>
            <pc:docMk/>
            <pc:sldMk cId="571660181" sldId="306"/>
            <ac:spMk id="377" creationId="{00000000-0000-0000-0000-000000000000}"/>
          </ac:spMkLst>
        </pc:spChg>
        <pc:spChg chg="mod">
          <ac:chgData name="Dada Stylinson" userId="4efe4e72b0991b7a" providerId="LiveId" clId="{FFA1D92F-4459-4863-A051-B180557EC30E}" dt="2024-06-17T19:49:06.952" v="17" actId="1076"/>
          <ac:spMkLst>
            <pc:docMk/>
            <pc:sldMk cId="571660181" sldId="306"/>
            <ac:spMk id="378" creationId="{00000000-0000-0000-0000-000000000000}"/>
          </ac:spMkLst>
        </pc:spChg>
        <pc:spChg chg="mod">
          <ac:chgData name="Dada Stylinson" userId="4efe4e72b0991b7a" providerId="LiveId" clId="{FFA1D92F-4459-4863-A051-B180557EC30E}" dt="2024-06-17T19:48:37.893" v="10" actId="1076"/>
          <ac:spMkLst>
            <pc:docMk/>
            <pc:sldMk cId="571660181" sldId="306"/>
            <ac:spMk id="379" creationId="{00000000-0000-0000-0000-000000000000}"/>
          </ac:spMkLst>
        </pc:spChg>
      </pc:sldChg>
      <pc:sldChg chg="modSp mod">
        <pc:chgData name="Dada Stylinson" userId="4efe4e72b0991b7a" providerId="LiveId" clId="{FFA1D92F-4459-4863-A051-B180557EC30E}" dt="2024-06-17T21:42:38.886" v="187" actId="20577"/>
        <pc:sldMkLst>
          <pc:docMk/>
          <pc:sldMk cId="1676993903" sldId="307"/>
        </pc:sldMkLst>
        <pc:spChg chg="mod">
          <ac:chgData name="Dada Stylinson" userId="4efe4e72b0991b7a" providerId="LiveId" clId="{FFA1D92F-4459-4863-A051-B180557EC30E}" dt="2024-06-17T21:42:38.886" v="187" actId="20577"/>
          <ac:spMkLst>
            <pc:docMk/>
            <pc:sldMk cId="1676993903" sldId="307"/>
            <ac:spMk id="10" creationId="{B55C654C-552A-73AC-B09E-35266E9A73AF}"/>
          </ac:spMkLst>
        </pc:spChg>
      </pc:sldChg>
      <pc:sldChg chg="modSp mod">
        <pc:chgData name="Dada Stylinson" userId="4efe4e72b0991b7a" providerId="LiveId" clId="{FFA1D92F-4459-4863-A051-B180557EC30E}" dt="2024-06-17T21:42:30.277" v="185" actId="14100"/>
        <pc:sldMkLst>
          <pc:docMk/>
          <pc:sldMk cId="2333672286" sldId="308"/>
        </pc:sldMkLst>
        <pc:spChg chg="mod">
          <ac:chgData name="Dada Stylinson" userId="4efe4e72b0991b7a" providerId="LiveId" clId="{FFA1D92F-4459-4863-A051-B180557EC30E}" dt="2024-06-17T21:42:30.277" v="185" actId="14100"/>
          <ac:spMkLst>
            <pc:docMk/>
            <pc:sldMk cId="2333672286" sldId="308"/>
            <ac:spMk id="396" creationId="{00000000-0000-0000-0000-000000000000}"/>
          </ac:spMkLst>
        </pc:spChg>
      </pc:sldChg>
      <pc:sldChg chg="modSp mod">
        <pc:chgData name="Dada Stylinson" userId="4efe4e72b0991b7a" providerId="LiveId" clId="{FFA1D92F-4459-4863-A051-B180557EC30E}" dt="2024-06-17T21:41:00.385" v="161" actId="20577"/>
        <pc:sldMkLst>
          <pc:docMk/>
          <pc:sldMk cId="543429899" sldId="309"/>
        </pc:sldMkLst>
        <pc:spChg chg="mod">
          <ac:chgData name="Dada Stylinson" userId="4efe4e72b0991b7a" providerId="LiveId" clId="{FFA1D92F-4459-4863-A051-B180557EC30E}" dt="2024-06-17T21:41:00.385" v="161" actId="20577"/>
          <ac:spMkLst>
            <pc:docMk/>
            <pc:sldMk cId="543429899" sldId="309"/>
            <ac:spMk id="7" creationId="{6A0C066C-7828-D889-4231-263FA49A92C5}"/>
          </ac:spMkLst>
        </pc:spChg>
      </pc:sldChg>
      <pc:sldChg chg="modSp mod">
        <pc:chgData name="Dada Stylinson" userId="4efe4e72b0991b7a" providerId="LiveId" clId="{FFA1D92F-4459-4863-A051-B180557EC30E}" dt="2024-06-17T18:03:45.505" v="1" actId="113"/>
        <pc:sldMkLst>
          <pc:docMk/>
          <pc:sldMk cId="1415194198" sldId="310"/>
        </pc:sldMkLst>
        <pc:spChg chg="mod">
          <ac:chgData name="Dada Stylinson" userId="4efe4e72b0991b7a" providerId="LiveId" clId="{FFA1D92F-4459-4863-A051-B180557EC30E}" dt="2024-06-17T18:03:45.505" v="1" actId="113"/>
          <ac:spMkLst>
            <pc:docMk/>
            <pc:sldMk cId="1415194198" sldId="310"/>
            <ac:spMk id="10" creationId="{B55C654C-552A-73AC-B09E-35266E9A73AF}"/>
          </ac:spMkLst>
        </pc:spChg>
      </pc:sldChg>
      <pc:sldChg chg="modSp mod">
        <pc:chgData name="Dada Stylinson" userId="4efe4e72b0991b7a" providerId="LiveId" clId="{FFA1D92F-4459-4863-A051-B180557EC30E}" dt="2024-06-17T21:43:40.284" v="188" actId="20577"/>
        <pc:sldMkLst>
          <pc:docMk/>
          <pc:sldMk cId="608331909" sldId="312"/>
        </pc:sldMkLst>
        <pc:spChg chg="mod">
          <ac:chgData name="Dada Stylinson" userId="4efe4e72b0991b7a" providerId="LiveId" clId="{FFA1D92F-4459-4863-A051-B180557EC30E}" dt="2024-06-17T21:43:40.284" v="188" actId="20577"/>
          <ac:spMkLst>
            <pc:docMk/>
            <pc:sldMk cId="608331909" sldId="312"/>
            <ac:spMk id="10" creationId="{B55C654C-552A-73AC-B09E-35266E9A73AF}"/>
          </ac:spMkLst>
        </pc:spChg>
      </pc:sldChg>
      <pc:sldChg chg="del">
        <pc:chgData name="Dada Stylinson" userId="4efe4e72b0991b7a" providerId="LiveId" clId="{FFA1D92F-4459-4863-A051-B180557EC30E}" dt="2024-06-17T18:05:35.381" v="6" actId="2696"/>
        <pc:sldMkLst>
          <pc:docMk/>
          <pc:sldMk cId="3249166268" sldId="315"/>
        </pc:sldMkLst>
      </pc:sldChg>
      <pc:sldChg chg="modSp mod">
        <pc:chgData name="Dada Stylinson" userId="4efe4e72b0991b7a" providerId="LiveId" clId="{FFA1D92F-4459-4863-A051-B180557EC30E}" dt="2024-06-17T21:44:25.663" v="195" actId="20577"/>
        <pc:sldMkLst>
          <pc:docMk/>
          <pc:sldMk cId="3491147212" sldId="318"/>
        </pc:sldMkLst>
        <pc:spChg chg="mod">
          <ac:chgData name="Dada Stylinson" userId="4efe4e72b0991b7a" providerId="LiveId" clId="{FFA1D92F-4459-4863-A051-B180557EC30E}" dt="2024-06-17T21:44:25.663" v="195" actId="20577"/>
          <ac:spMkLst>
            <pc:docMk/>
            <pc:sldMk cId="3491147212" sldId="318"/>
            <ac:spMk id="3" creationId="{E7185729-31B2-6B36-290B-782E06F4B467}"/>
          </ac:spMkLst>
        </pc:spChg>
      </pc:sldChg>
      <pc:sldChg chg="modSp mod">
        <pc:chgData name="Dada Stylinson" userId="4efe4e72b0991b7a" providerId="LiveId" clId="{FFA1D92F-4459-4863-A051-B180557EC30E}" dt="2024-06-18T09:22:17.291" v="204" actId="113"/>
        <pc:sldMkLst>
          <pc:docMk/>
          <pc:sldMk cId="3307355609" sldId="319"/>
        </pc:sldMkLst>
        <pc:spChg chg="mod">
          <ac:chgData name="Dada Stylinson" userId="4efe4e72b0991b7a" providerId="LiveId" clId="{FFA1D92F-4459-4863-A051-B180557EC30E}" dt="2024-06-18T09:22:17.291" v="204" actId="113"/>
          <ac:spMkLst>
            <pc:docMk/>
            <pc:sldMk cId="3307355609" sldId="319"/>
            <ac:spMk id="6" creationId="{57F27EFC-91F4-DFE9-A4AE-6E19C4F53B25}"/>
          </ac:spMkLst>
        </pc:spChg>
      </pc:sldChg>
      <pc:sldChg chg="addSp modSp mod">
        <pc:chgData name="Dada Stylinson" userId="4efe4e72b0991b7a" providerId="LiveId" clId="{FFA1D92F-4459-4863-A051-B180557EC30E}" dt="2024-06-17T21:37:37.484" v="137" actId="20577"/>
        <pc:sldMkLst>
          <pc:docMk/>
          <pc:sldMk cId="453946042" sldId="338"/>
        </pc:sldMkLst>
        <pc:spChg chg="add mod">
          <ac:chgData name="Dada Stylinson" userId="4efe4e72b0991b7a" providerId="LiveId" clId="{FFA1D92F-4459-4863-A051-B180557EC30E}" dt="2024-06-17T21:33:34.725" v="91" actId="767"/>
          <ac:spMkLst>
            <pc:docMk/>
            <pc:sldMk cId="453946042" sldId="338"/>
            <ac:spMk id="2" creationId="{7A978309-2AA5-9D18-6464-6096850DC5D7}"/>
          </ac:spMkLst>
        </pc:spChg>
        <pc:spChg chg="add mod">
          <ac:chgData name="Dada Stylinson" userId="4efe4e72b0991b7a" providerId="LiveId" clId="{FFA1D92F-4459-4863-A051-B180557EC30E}" dt="2024-06-17T21:37:37.484" v="137" actId="20577"/>
          <ac:spMkLst>
            <pc:docMk/>
            <pc:sldMk cId="453946042" sldId="338"/>
            <ac:spMk id="5" creationId="{08390265-113D-C3A9-22C5-47093A586FEE}"/>
          </ac:spMkLst>
        </pc:spChg>
        <pc:spChg chg="mod">
          <ac:chgData name="Dada Stylinson" userId="4efe4e72b0991b7a" providerId="LiveId" clId="{FFA1D92F-4459-4863-A051-B180557EC30E}" dt="2024-06-17T21:36:25.541" v="121" actId="113"/>
          <ac:spMkLst>
            <pc:docMk/>
            <pc:sldMk cId="453946042" sldId="338"/>
            <ac:spMk id="11" creationId="{B6424CE0-3411-6E3D-1645-E2024EC444FA}"/>
          </ac:spMkLst>
        </pc:spChg>
        <pc:picChg chg="mod">
          <ac:chgData name="Dada Stylinson" userId="4efe4e72b0991b7a" providerId="LiveId" clId="{FFA1D92F-4459-4863-A051-B180557EC30E}" dt="2024-06-17T21:32:50.047" v="78" actId="1076"/>
          <ac:picMkLst>
            <pc:docMk/>
            <pc:sldMk cId="453946042" sldId="338"/>
            <ac:picMk id="3" creationId="{03E8A1CF-A079-605D-7E86-4390A5E5996C}"/>
          </ac:picMkLst>
        </pc:picChg>
        <pc:picChg chg="mod">
          <ac:chgData name="Dada Stylinson" userId="4efe4e72b0991b7a" providerId="LiveId" clId="{FFA1D92F-4459-4863-A051-B180557EC30E}" dt="2024-06-17T21:32:37.999" v="70" actId="14100"/>
          <ac:picMkLst>
            <pc:docMk/>
            <pc:sldMk cId="453946042" sldId="338"/>
            <ac:picMk id="4" creationId="{3B18EE76-F82B-9AFC-9AA9-3CB0620D7852}"/>
          </ac:picMkLst>
        </pc:picChg>
      </pc:sldChg>
      <pc:sldChg chg="modSp mod">
        <pc:chgData name="Dada Stylinson" userId="4efe4e72b0991b7a" providerId="LiveId" clId="{FFA1D92F-4459-4863-A051-B180557EC30E}" dt="2024-06-17T18:04:39.316" v="5" actId="113"/>
        <pc:sldMkLst>
          <pc:docMk/>
          <pc:sldMk cId="4048460803" sldId="342"/>
        </pc:sldMkLst>
        <pc:spChg chg="mod">
          <ac:chgData name="Dada Stylinson" userId="4efe4e72b0991b7a" providerId="LiveId" clId="{FFA1D92F-4459-4863-A051-B180557EC30E}" dt="2024-06-17T18:04:39.316" v="5" actId="113"/>
          <ac:spMkLst>
            <pc:docMk/>
            <pc:sldMk cId="4048460803" sldId="342"/>
            <ac:spMk id="10" creationId="{B55C654C-552A-73AC-B09E-35266E9A73AF}"/>
          </ac:spMkLst>
        </pc:spChg>
      </pc:sldChg>
      <pc:sldChg chg="delSp modSp add mod ord">
        <pc:chgData name="Dada Stylinson" userId="4efe4e72b0991b7a" providerId="LiveId" clId="{FFA1D92F-4459-4863-A051-B180557EC30E}" dt="2024-06-17T21:37:54.586" v="139" actId="1076"/>
        <pc:sldMkLst>
          <pc:docMk/>
          <pc:sldMk cId="45462654" sldId="343"/>
        </pc:sldMkLst>
        <pc:spChg chg="mod">
          <ac:chgData name="Dada Stylinson" userId="4efe4e72b0991b7a" providerId="LiveId" clId="{FFA1D92F-4459-4863-A051-B180557EC30E}" dt="2024-06-17T21:37:54.586" v="139" actId="1076"/>
          <ac:spMkLst>
            <pc:docMk/>
            <pc:sldMk cId="45462654" sldId="343"/>
            <ac:spMk id="11" creationId="{B6424CE0-3411-6E3D-1645-E2024EC444FA}"/>
          </ac:spMkLst>
        </pc:spChg>
        <pc:picChg chg="mod">
          <ac:chgData name="Dada Stylinson" userId="4efe4e72b0991b7a" providerId="LiveId" clId="{FFA1D92F-4459-4863-A051-B180557EC30E}" dt="2024-06-17T21:32:25.366" v="68" actId="1076"/>
          <ac:picMkLst>
            <pc:docMk/>
            <pc:sldMk cId="45462654" sldId="343"/>
            <ac:picMk id="3" creationId="{03E8A1CF-A079-605D-7E86-4390A5E5996C}"/>
          </ac:picMkLst>
        </pc:picChg>
        <pc:picChg chg="del">
          <ac:chgData name="Dada Stylinson" userId="4efe4e72b0991b7a" providerId="LiveId" clId="{FFA1D92F-4459-4863-A051-B180557EC30E}" dt="2024-06-17T21:30:59.255" v="41" actId="478"/>
          <ac:picMkLst>
            <pc:docMk/>
            <pc:sldMk cId="45462654" sldId="343"/>
            <ac:picMk id="4" creationId="{3B18EE76-F82B-9AFC-9AA9-3CB0620D7852}"/>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389411325477686"/>
          <c:y val="1.7859409184025392E-2"/>
          <c:w val="0.62144181515427632"/>
          <c:h val="0.90177324948786031"/>
        </c:manualLayout>
      </c:layout>
      <c:pieChart>
        <c:varyColors val="1"/>
        <c:ser>
          <c:idx val="0"/>
          <c:order val="0"/>
          <c:tx>
            <c:strRef>
              <c:f>Foglio1!$B$1</c:f>
              <c:strCache>
                <c:ptCount val="1"/>
                <c:pt idx="0">
                  <c:v>Colonna1</c:v>
                </c:pt>
              </c:strCache>
            </c:strRef>
          </c:tx>
          <c:dPt>
            <c:idx val="0"/>
            <c:bubble3D val="0"/>
            <c:spPr>
              <a:solidFill>
                <a:schemeClr val="accent6"/>
              </a:solidFill>
              <a:ln w="19050">
                <a:solidFill>
                  <a:schemeClr val="lt1"/>
                </a:solidFill>
              </a:ln>
              <a:effectLst/>
            </c:spPr>
            <c:extLst>
              <c:ext xmlns:c16="http://schemas.microsoft.com/office/drawing/2014/chart" uri="{C3380CC4-5D6E-409C-BE32-E72D297353CC}">
                <c16:uniqueId val="{00000001-3E1C-4254-8790-438AE7F144D2}"/>
              </c:ext>
            </c:extLst>
          </c:dPt>
          <c:dPt>
            <c:idx val="1"/>
            <c:bubble3D val="0"/>
            <c:spPr>
              <a:solidFill>
                <a:schemeClr val="accent5"/>
              </a:solidFill>
              <a:ln w="19050">
                <a:solidFill>
                  <a:schemeClr val="lt1"/>
                </a:solidFill>
              </a:ln>
              <a:effectLst/>
            </c:spPr>
            <c:extLst>
              <c:ext xmlns:c16="http://schemas.microsoft.com/office/drawing/2014/chart" uri="{C3380CC4-5D6E-409C-BE32-E72D297353CC}">
                <c16:uniqueId val="{00000003-3E1C-4254-8790-438AE7F144D2}"/>
              </c:ext>
            </c:extLst>
          </c:dPt>
          <c:dPt>
            <c:idx val="2"/>
            <c:bubble3D val="0"/>
            <c:spPr>
              <a:solidFill>
                <a:schemeClr val="accent4"/>
              </a:solidFill>
              <a:ln w="19050">
                <a:solidFill>
                  <a:schemeClr val="lt1"/>
                </a:solidFill>
              </a:ln>
              <a:effectLst/>
            </c:spPr>
            <c:extLst>
              <c:ext xmlns:c16="http://schemas.microsoft.com/office/drawing/2014/chart" uri="{C3380CC4-5D6E-409C-BE32-E72D297353CC}">
                <c16:uniqueId val="{00000005-3E1C-4254-8790-438AE7F144D2}"/>
              </c:ext>
            </c:extLst>
          </c:dPt>
          <c:dPt>
            <c:idx val="3"/>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07-3E1C-4254-8790-438AE7F144D2}"/>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it-IT"/>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Foglio1!$A$2:$A$5</c:f>
              <c:strCache>
                <c:ptCount val="3"/>
                <c:pt idx="0">
                  <c:v>Trainig set</c:v>
                </c:pt>
                <c:pt idx="1">
                  <c:v>Validation set</c:v>
                </c:pt>
                <c:pt idx="2">
                  <c:v>Test set</c:v>
                </c:pt>
              </c:strCache>
            </c:strRef>
          </c:cat>
          <c:val>
            <c:numRef>
              <c:f>Foglio1!$B$2:$B$5</c:f>
              <c:numCache>
                <c:formatCode>General</c:formatCode>
                <c:ptCount val="4"/>
                <c:pt idx="0">
                  <c:v>364</c:v>
                </c:pt>
                <c:pt idx="1">
                  <c:v>78</c:v>
                </c:pt>
                <c:pt idx="2">
                  <c:v>78</c:v>
                </c:pt>
              </c:numCache>
            </c:numRef>
          </c:val>
          <c:extLst>
            <c:ext xmlns:c16="http://schemas.microsoft.com/office/drawing/2014/chart" uri="{C3380CC4-5D6E-409C-BE32-E72D297353CC}">
              <c16:uniqueId val="{00000000-AA34-486C-98F4-8CF8E24D44EA}"/>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it-IT"/>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 name="Google Shape;393;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 name="Google Shape;393;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84598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81722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 name="Google Shape;393;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340139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 name="Google Shape;393;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83656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 name="Google Shape;393;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25033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 name="Google Shape;393;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2095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 name="Google Shape;393;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74367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 name="Google Shape;393;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94978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 name="Google Shape;393;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65862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1072900"/>
            <a:ext cx="5303400" cy="21030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4500">
                <a:latin typeface="Albert Sans"/>
                <a:ea typeface="Albert Sans"/>
                <a:cs typeface="Albert Sans"/>
                <a:sym typeface="Albert Sans"/>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13225" y="3252100"/>
            <a:ext cx="45288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400"/>
              <a:buNone/>
              <a:defRPr sz="1600">
                <a:solidFill>
                  <a:schemeClr val="dk1"/>
                </a:solidFill>
                <a:latin typeface="Albert Sans"/>
                <a:ea typeface="Albert Sans"/>
                <a:cs typeface="Albert Sans"/>
                <a:sym typeface="Albert Sans"/>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a:p>
        </p:txBody>
      </p:sp>
      <p:sp>
        <p:nvSpPr>
          <p:cNvPr id="11" name="Google Shape;11;p2"/>
          <p:cNvSpPr/>
          <p:nvPr/>
        </p:nvSpPr>
        <p:spPr>
          <a:xfrm>
            <a:off x="0" y="4608578"/>
            <a:ext cx="9143969" cy="534926"/>
          </a:xfrm>
          <a:custGeom>
            <a:avLst/>
            <a:gdLst/>
            <a:ahLst/>
            <a:cxnLst/>
            <a:rect l="l" t="t" r="r" b="b"/>
            <a:pathLst>
              <a:path w="104184" h="23087" extrusionOk="0">
                <a:moveTo>
                  <a:pt x="0" y="1"/>
                </a:moveTo>
                <a:lnTo>
                  <a:pt x="0" y="23086"/>
                </a:lnTo>
                <a:lnTo>
                  <a:pt x="104184" y="23086"/>
                </a:lnTo>
                <a:lnTo>
                  <a:pt x="10418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0" y="4811179"/>
            <a:ext cx="9143969" cy="332327"/>
          </a:xfrm>
          <a:custGeom>
            <a:avLst/>
            <a:gdLst/>
            <a:ahLst/>
            <a:cxnLst/>
            <a:rect l="l" t="t" r="r" b="b"/>
            <a:pathLst>
              <a:path w="104184" h="14343" extrusionOk="0">
                <a:moveTo>
                  <a:pt x="0" y="1"/>
                </a:moveTo>
                <a:lnTo>
                  <a:pt x="0" y="14342"/>
                </a:lnTo>
                <a:lnTo>
                  <a:pt x="104184" y="14342"/>
                </a:lnTo>
                <a:lnTo>
                  <a:pt x="104184" y="1"/>
                </a:lnTo>
                <a:cubicBezTo>
                  <a:pt x="97344" y="6862"/>
                  <a:pt x="76610" y="11850"/>
                  <a:pt x="52093" y="11850"/>
                </a:cubicBezTo>
                <a:cubicBezTo>
                  <a:pt x="27576" y="11850"/>
                  <a:pt x="6843" y="6862"/>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720000" y="2223850"/>
            <a:ext cx="4206300" cy="841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720000" y="1178300"/>
            <a:ext cx="1691700" cy="1206900"/>
          </a:xfrm>
          <a:prstGeom prst="rect">
            <a:avLst/>
          </a:prstGeom>
        </p:spPr>
        <p:txBody>
          <a:bodyPr spcFirstLastPara="1" wrap="square" lIns="91425" tIns="91425" rIns="91425" bIns="91425" anchor="b" anchorCtr="0">
            <a:noAutofit/>
          </a:bodyPr>
          <a:lstStyle>
            <a:lvl1pPr lvl="0" rtl="0">
              <a:spcBef>
                <a:spcPts val="0"/>
              </a:spcBef>
              <a:spcAft>
                <a:spcPts val="0"/>
              </a:spcAft>
              <a:buSzPts val="6000"/>
              <a:buNone/>
              <a:defRPr sz="80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6" name="Google Shape;16;p3"/>
          <p:cNvSpPr txBox="1">
            <a:spLocks noGrp="1"/>
          </p:cNvSpPr>
          <p:nvPr>
            <p:ph type="subTitle" idx="1"/>
          </p:nvPr>
        </p:nvSpPr>
        <p:spPr>
          <a:xfrm>
            <a:off x="720000" y="3065650"/>
            <a:ext cx="42063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None/>
              <a:defRPr>
                <a:solidFill>
                  <a:schemeClr val="dk1"/>
                </a:solidFill>
              </a:defRPr>
            </a:lvl4pPr>
            <a:lvl5pPr lvl="4" algn="ctr" rtl="0">
              <a:lnSpc>
                <a:spcPct val="100000"/>
              </a:lnSpc>
              <a:spcBef>
                <a:spcPts val="0"/>
              </a:spcBef>
              <a:spcAft>
                <a:spcPts val="0"/>
              </a:spcAft>
              <a:buClr>
                <a:schemeClr val="dk1"/>
              </a:buClr>
              <a:buSzPts val="1400"/>
              <a:buNone/>
              <a:defRPr>
                <a:solidFill>
                  <a:schemeClr val="dk1"/>
                </a:solidFill>
              </a:defRPr>
            </a:lvl5pPr>
            <a:lvl6pPr lvl="5" algn="ctr" rtl="0">
              <a:lnSpc>
                <a:spcPct val="100000"/>
              </a:lnSpc>
              <a:spcBef>
                <a:spcPts val="0"/>
              </a:spcBef>
              <a:spcAft>
                <a:spcPts val="0"/>
              </a:spcAft>
              <a:buClr>
                <a:schemeClr val="dk1"/>
              </a:buClr>
              <a:buSzPts val="1400"/>
              <a:buNone/>
              <a:defRPr>
                <a:solidFill>
                  <a:schemeClr val="dk1"/>
                </a:solidFill>
              </a:defRPr>
            </a:lvl6pPr>
            <a:lvl7pPr lvl="6" algn="ctr" rtl="0">
              <a:lnSpc>
                <a:spcPct val="100000"/>
              </a:lnSpc>
              <a:spcBef>
                <a:spcPts val="0"/>
              </a:spcBef>
              <a:spcAft>
                <a:spcPts val="0"/>
              </a:spcAft>
              <a:buClr>
                <a:schemeClr val="dk1"/>
              </a:buClr>
              <a:buSzPts val="1400"/>
              <a:buNone/>
              <a:defRPr>
                <a:solidFill>
                  <a:schemeClr val="dk1"/>
                </a:solidFill>
              </a:defRPr>
            </a:lvl7pPr>
            <a:lvl8pPr lvl="7" algn="ctr" rtl="0">
              <a:lnSpc>
                <a:spcPct val="100000"/>
              </a:lnSpc>
              <a:spcBef>
                <a:spcPts val="0"/>
              </a:spcBef>
              <a:spcAft>
                <a:spcPts val="0"/>
              </a:spcAft>
              <a:buClr>
                <a:schemeClr val="dk1"/>
              </a:buClr>
              <a:buSzPts val="1400"/>
              <a:buNone/>
              <a:defRPr>
                <a:solidFill>
                  <a:schemeClr val="dk1"/>
                </a:solidFill>
              </a:defRPr>
            </a:lvl8pPr>
            <a:lvl9pPr lvl="8" algn="ctr" rtl="0">
              <a:lnSpc>
                <a:spcPct val="100000"/>
              </a:lnSpc>
              <a:spcBef>
                <a:spcPts val="0"/>
              </a:spcBef>
              <a:spcAft>
                <a:spcPts val="0"/>
              </a:spcAft>
              <a:buClr>
                <a:schemeClr val="dk1"/>
              </a:buClr>
              <a:buSzPts val="1400"/>
              <a:buNone/>
              <a:defRPr>
                <a:solidFill>
                  <a:schemeClr val="dk1"/>
                </a:solidFill>
              </a:defRPr>
            </a:lvl9pPr>
          </a:lstStyle>
          <a:p>
            <a:endParaRPr/>
          </a:p>
        </p:txBody>
      </p:sp>
      <p:sp>
        <p:nvSpPr>
          <p:cNvPr id="17" name="Google Shape;17;p3"/>
          <p:cNvSpPr/>
          <p:nvPr/>
        </p:nvSpPr>
        <p:spPr>
          <a:xfrm>
            <a:off x="0" y="4608578"/>
            <a:ext cx="9143969" cy="534926"/>
          </a:xfrm>
          <a:custGeom>
            <a:avLst/>
            <a:gdLst/>
            <a:ahLst/>
            <a:cxnLst/>
            <a:rect l="l" t="t" r="r" b="b"/>
            <a:pathLst>
              <a:path w="104184" h="23087" extrusionOk="0">
                <a:moveTo>
                  <a:pt x="0" y="1"/>
                </a:moveTo>
                <a:lnTo>
                  <a:pt x="0" y="23086"/>
                </a:lnTo>
                <a:lnTo>
                  <a:pt x="104184" y="23086"/>
                </a:lnTo>
                <a:lnTo>
                  <a:pt x="10418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a:off x="0" y="4811179"/>
            <a:ext cx="9143969" cy="332327"/>
          </a:xfrm>
          <a:custGeom>
            <a:avLst/>
            <a:gdLst/>
            <a:ahLst/>
            <a:cxnLst/>
            <a:rect l="l" t="t" r="r" b="b"/>
            <a:pathLst>
              <a:path w="104184" h="14343" extrusionOk="0">
                <a:moveTo>
                  <a:pt x="0" y="1"/>
                </a:moveTo>
                <a:lnTo>
                  <a:pt x="0" y="14342"/>
                </a:lnTo>
                <a:lnTo>
                  <a:pt x="104184" y="14342"/>
                </a:lnTo>
                <a:lnTo>
                  <a:pt x="104184" y="1"/>
                </a:lnTo>
                <a:cubicBezTo>
                  <a:pt x="97344" y="6862"/>
                  <a:pt x="76610" y="11850"/>
                  <a:pt x="52093" y="11850"/>
                </a:cubicBezTo>
                <a:cubicBezTo>
                  <a:pt x="27576" y="11850"/>
                  <a:pt x="6843" y="6862"/>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6" name="Google Shape;26;p5"/>
          <p:cNvSpPr txBox="1">
            <a:spLocks noGrp="1"/>
          </p:cNvSpPr>
          <p:nvPr>
            <p:ph type="subTitle" idx="1"/>
          </p:nvPr>
        </p:nvSpPr>
        <p:spPr>
          <a:xfrm>
            <a:off x="4725900" y="1567553"/>
            <a:ext cx="3698100" cy="27363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Clr>
                <a:schemeClr val="accent1"/>
              </a:buClr>
              <a:buSzPts val="1400"/>
              <a:buChar char="●"/>
              <a:defRPr sz="1400" b="0"/>
            </a:lvl1pPr>
            <a:lvl2pPr lvl="1" algn="ctr" rtl="0">
              <a:lnSpc>
                <a:spcPct val="115000"/>
              </a:lnSpc>
              <a:spcBef>
                <a:spcPts val="0"/>
              </a:spcBef>
              <a:spcAft>
                <a:spcPts val="0"/>
              </a:spcAft>
              <a:buSzPts val="2800"/>
              <a:buChar char="○"/>
              <a:defRPr sz="2800"/>
            </a:lvl2pPr>
            <a:lvl3pPr lvl="2" algn="ctr" rtl="0">
              <a:lnSpc>
                <a:spcPct val="115000"/>
              </a:lnSpc>
              <a:spcBef>
                <a:spcPts val="0"/>
              </a:spcBef>
              <a:spcAft>
                <a:spcPts val="0"/>
              </a:spcAft>
              <a:buSzPts val="2800"/>
              <a:buChar char="■"/>
              <a:defRPr sz="2800"/>
            </a:lvl3pPr>
            <a:lvl4pPr lvl="3" algn="ctr" rtl="0">
              <a:lnSpc>
                <a:spcPct val="115000"/>
              </a:lnSpc>
              <a:spcBef>
                <a:spcPts val="0"/>
              </a:spcBef>
              <a:spcAft>
                <a:spcPts val="0"/>
              </a:spcAft>
              <a:buSzPts val="2800"/>
              <a:buChar char="●"/>
              <a:defRPr sz="2800"/>
            </a:lvl4pPr>
            <a:lvl5pPr lvl="4" algn="ctr" rtl="0">
              <a:lnSpc>
                <a:spcPct val="115000"/>
              </a:lnSpc>
              <a:spcBef>
                <a:spcPts val="0"/>
              </a:spcBef>
              <a:spcAft>
                <a:spcPts val="0"/>
              </a:spcAft>
              <a:buSzPts val="2800"/>
              <a:buChar char="○"/>
              <a:defRPr sz="2800"/>
            </a:lvl5pPr>
            <a:lvl6pPr lvl="5" algn="ctr" rtl="0">
              <a:lnSpc>
                <a:spcPct val="115000"/>
              </a:lnSpc>
              <a:spcBef>
                <a:spcPts val="0"/>
              </a:spcBef>
              <a:spcAft>
                <a:spcPts val="0"/>
              </a:spcAft>
              <a:buSzPts val="2800"/>
              <a:buChar char="■"/>
              <a:defRPr sz="2800"/>
            </a:lvl6pPr>
            <a:lvl7pPr lvl="6" algn="ctr" rtl="0">
              <a:lnSpc>
                <a:spcPct val="115000"/>
              </a:lnSpc>
              <a:spcBef>
                <a:spcPts val="0"/>
              </a:spcBef>
              <a:spcAft>
                <a:spcPts val="0"/>
              </a:spcAft>
              <a:buSzPts val="2800"/>
              <a:buChar char="●"/>
              <a:defRPr sz="2800"/>
            </a:lvl7pPr>
            <a:lvl8pPr lvl="7" algn="ctr" rtl="0">
              <a:lnSpc>
                <a:spcPct val="115000"/>
              </a:lnSpc>
              <a:spcBef>
                <a:spcPts val="0"/>
              </a:spcBef>
              <a:spcAft>
                <a:spcPts val="0"/>
              </a:spcAft>
              <a:buSzPts val="2800"/>
              <a:buChar char="○"/>
              <a:defRPr sz="2800"/>
            </a:lvl8pPr>
            <a:lvl9pPr lvl="8" algn="ctr" rtl="0">
              <a:lnSpc>
                <a:spcPct val="115000"/>
              </a:lnSpc>
              <a:spcBef>
                <a:spcPts val="0"/>
              </a:spcBef>
              <a:spcAft>
                <a:spcPts val="0"/>
              </a:spcAft>
              <a:buSzPts val="2800"/>
              <a:buChar char="■"/>
              <a:defRPr sz="2800"/>
            </a:lvl9pPr>
          </a:lstStyle>
          <a:p>
            <a:endParaRPr/>
          </a:p>
        </p:txBody>
      </p:sp>
      <p:sp>
        <p:nvSpPr>
          <p:cNvPr id="27" name="Google Shape;27;p5"/>
          <p:cNvSpPr txBox="1">
            <a:spLocks noGrp="1"/>
          </p:cNvSpPr>
          <p:nvPr>
            <p:ph type="subTitle" idx="2"/>
          </p:nvPr>
        </p:nvSpPr>
        <p:spPr>
          <a:xfrm>
            <a:off x="720000" y="1567553"/>
            <a:ext cx="3698100" cy="27363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Clr>
                <a:schemeClr val="accent1"/>
              </a:buClr>
              <a:buSzPts val="1400"/>
              <a:buChar char="●"/>
              <a:defRPr sz="1400" b="0"/>
            </a:lvl1pPr>
            <a:lvl2pPr lvl="1" algn="ctr" rtl="0">
              <a:lnSpc>
                <a:spcPct val="115000"/>
              </a:lnSpc>
              <a:spcBef>
                <a:spcPts val="0"/>
              </a:spcBef>
              <a:spcAft>
                <a:spcPts val="0"/>
              </a:spcAft>
              <a:buSzPts val="1400"/>
              <a:buChar char="○"/>
              <a:defRPr sz="2800"/>
            </a:lvl2pPr>
            <a:lvl3pPr lvl="2" algn="ctr" rtl="0">
              <a:lnSpc>
                <a:spcPct val="115000"/>
              </a:lnSpc>
              <a:spcBef>
                <a:spcPts val="0"/>
              </a:spcBef>
              <a:spcAft>
                <a:spcPts val="0"/>
              </a:spcAft>
              <a:buSzPts val="1400"/>
              <a:buChar char="■"/>
              <a:defRPr sz="2800"/>
            </a:lvl3pPr>
            <a:lvl4pPr lvl="3" algn="ctr" rtl="0">
              <a:lnSpc>
                <a:spcPct val="115000"/>
              </a:lnSpc>
              <a:spcBef>
                <a:spcPts val="0"/>
              </a:spcBef>
              <a:spcAft>
                <a:spcPts val="0"/>
              </a:spcAft>
              <a:buSzPts val="1400"/>
              <a:buChar char="●"/>
              <a:defRPr sz="2800"/>
            </a:lvl4pPr>
            <a:lvl5pPr lvl="4" algn="ctr" rtl="0">
              <a:lnSpc>
                <a:spcPct val="115000"/>
              </a:lnSpc>
              <a:spcBef>
                <a:spcPts val="0"/>
              </a:spcBef>
              <a:spcAft>
                <a:spcPts val="0"/>
              </a:spcAft>
              <a:buSzPts val="1400"/>
              <a:buChar char="○"/>
              <a:defRPr sz="2800"/>
            </a:lvl5pPr>
            <a:lvl6pPr lvl="5" algn="ctr" rtl="0">
              <a:lnSpc>
                <a:spcPct val="115000"/>
              </a:lnSpc>
              <a:spcBef>
                <a:spcPts val="0"/>
              </a:spcBef>
              <a:spcAft>
                <a:spcPts val="0"/>
              </a:spcAft>
              <a:buSzPts val="1400"/>
              <a:buChar char="■"/>
              <a:defRPr sz="2800"/>
            </a:lvl6pPr>
            <a:lvl7pPr lvl="6" algn="ctr" rtl="0">
              <a:lnSpc>
                <a:spcPct val="115000"/>
              </a:lnSpc>
              <a:spcBef>
                <a:spcPts val="0"/>
              </a:spcBef>
              <a:spcAft>
                <a:spcPts val="0"/>
              </a:spcAft>
              <a:buSzPts val="1400"/>
              <a:buChar char="●"/>
              <a:defRPr sz="2800"/>
            </a:lvl7pPr>
            <a:lvl8pPr lvl="7" algn="ctr" rtl="0">
              <a:lnSpc>
                <a:spcPct val="115000"/>
              </a:lnSpc>
              <a:spcBef>
                <a:spcPts val="0"/>
              </a:spcBef>
              <a:spcAft>
                <a:spcPts val="0"/>
              </a:spcAft>
              <a:buSzPts val="1400"/>
              <a:buChar char="○"/>
              <a:defRPr sz="2800"/>
            </a:lvl8pPr>
            <a:lvl9pPr lvl="8" algn="ctr" rtl="0">
              <a:lnSpc>
                <a:spcPct val="115000"/>
              </a:lnSpc>
              <a:spcBef>
                <a:spcPts val="0"/>
              </a:spcBef>
              <a:spcAft>
                <a:spcPts val="0"/>
              </a:spcAft>
              <a:buSzPts val="1400"/>
              <a:buChar char="■"/>
              <a:defRPr sz="2800"/>
            </a:lvl9pPr>
          </a:lstStyle>
          <a:p>
            <a:endParaRPr/>
          </a:p>
        </p:txBody>
      </p:sp>
      <p:sp>
        <p:nvSpPr>
          <p:cNvPr id="28" name="Google Shape;28;p5"/>
          <p:cNvSpPr txBox="1">
            <a:spLocks noGrp="1"/>
          </p:cNvSpPr>
          <p:nvPr>
            <p:ph type="subTitle" idx="3"/>
          </p:nvPr>
        </p:nvSpPr>
        <p:spPr>
          <a:xfrm>
            <a:off x="720000" y="1206050"/>
            <a:ext cx="3698100" cy="4572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SzPts val="2400"/>
              <a:buFont typeface="DM Sans"/>
              <a:buNone/>
              <a:defRPr sz="2000" b="1">
                <a:latin typeface="DM Sans"/>
                <a:ea typeface="DM Sans"/>
                <a:cs typeface="DM Sans"/>
                <a:sym typeface="DM Sans"/>
              </a:defRPr>
            </a:lvl1pPr>
            <a:lvl2pPr lvl="1">
              <a:lnSpc>
                <a:spcPct val="115000"/>
              </a:lnSpc>
              <a:spcBef>
                <a:spcPts val="0"/>
              </a:spcBef>
              <a:spcAft>
                <a:spcPts val="0"/>
              </a:spcAft>
              <a:buSzPts val="1400"/>
              <a:buFont typeface="DM Sans"/>
              <a:buNone/>
              <a:defRPr b="1">
                <a:latin typeface="DM Sans"/>
                <a:ea typeface="DM Sans"/>
                <a:cs typeface="DM Sans"/>
                <a:sym typeface="DM Sans"/>
              </a:defRPr>
            </a:lvl2pPr>
            <a:lvl3pPr lvl="2">
              <a:lnSpc>
                <a:spcPct val="115000"/>
              </a:lnSpc>
              <a:spcBef>
                <a:spcPts val="0"/>
              </a:spcBef>
              <a:spcAft>
                <a:spcPts val="0"/>
              </a:spcAft>
              <a:buSzPts val="1400"/>
              <a:buFont typeface="DM Sans"/>
              <a:buNone/>
              <a:defRPr b="1">
                <a:latin typeface="DM Sans"/>
                <a:ea typeface="DM Sans"/>
                <a:cs typeface="DM Sans"/>
                <a:sym typeface="DM Sans"/>
              </a:defRPr>
            </a:lvl3pPr>
            <a:lvl4pPr lvl="3">
              <a:lnSpc>
                <a:spcPct val="115000"/>
              </a:lnSpc>
              <a:spcBef>
                <a:spcPts val="0"/>
              </a:spcBef>
              <a:spcAft>
                <a:spcPts val="0"/>
              </a:spcAft>
              <a:buSzPts val="1400"/>
              <a:buFont typeface="DM Sans"/>
              <a:buNone/>
              <a:defRPr b="1">
                <a:latin typeface="DM Sans"/>
                <a:ea typeface="DM Sans"/>
                <a:cs typeface="DM Sans"/>
                <a:sym typeface="DM Sans"/>
              </a:defRPr>
            </a:lvl4pPr>
            <a:lvl5pPr lvl="4">
              <a:lnSpc>
                <a:spcPct val="115000"/>
              </a:lnSpc>
              <a:spcBef>
                <a:spcPts val="0"/>
              </a:spcBef>
              <a:spcAft>
                <a:spcPts val="0"/>
              </a:spcAft>
              <a:buSzPts val="1400"/>
              <a:buFont typeface="DM Sans"/>
              <a:buNone/>
              <a:defRPr b="1">
                <a:latin typeface="DM Sans"/>
                <a:ea typeface="DM Sans"/>
                <a:cs typeface="DM Sans"/>
                <a:sym typeface="DM Sans"/>
              </a:defRPr>
            </a:lvl5pPr>
            <a:lvl6pPr lvl="5">
              <a:lnSpc>
                <a:spcPct val="115000"/>
              </a:lnSpc>
              <a:spcBef>
                <a:spcPts val="0"/>
              </a:spcBef>
              <a:spcAft>
                <a:spcPts val="0"/>
              </a:spcAft>
              <a:buSzPts val="1400"/>
              <a:buFont typeface="DM Sans"/>
              <a:buNone/>
              <a:defRPr b="1">
                <a:latin typeface="DM Sans"/>
                <a:ea typeface="DM Sans"/>
                <a:cs typeface="DM Sans"/>
                <a:sym typeface="DM Sans"/>
              </a:defRPr>
            </a:lvl6pPr>
            <a:lvl7pPr lvl="6">
              <a:lnSpc>
                <a:spcPct val="115000"/>
              </a:lnSpc>
              <a:spcBef>
                <a:spcPts val="0"/>
              </a:spcBef>
              <a:spcAft>
                <a:spcPts val="0"/>
              </a:spcAft>
              <a:buSzPts val="1400"/>
              <a:buFont typeface="DM Sans"/>
              <a:buNone/>
              <a:defRPr b="1">
                <a:latin typeface="DM Sans"/>
                <a:ea typeface="DM Sans"/>
                <a:cs typeface="DM Sans"/>
                <a:sym typeface="DM Sans"/>
              </a:defRPr>
            </a:lvl7pPr>
            <a:lvl8pPr lvl="7">
              <a:lnSpc>
                <a:spcPct val="115000"/>
              </a:lnSpc>
              <a:spcBef>
                <a:spcPts val="0"/>
              </a:spcBef>
              <a:spcAft>
                <a:spcPts val="0"/>
              </a:spcAft>
              <a:buSzPts val="1400"/>
              <a:buFont typeface="DM Sans"/>
              <a:buNone/>
              <a:defRPr b="1">
                <a:latin typeface="DM Sans"/>
                <a:ea typeface="DM Sans"/>
                <a:cs typeface="DM Sans"/>
                <a:sym typeface="DM Sans"/>
              </a:defRPr>
            </a:lvl8pPr>
            <a:lvl9pPr lvl="8">
              <a:lnSpc>
                <a:spcPct val="115000"/>
              </a:lnSpc>
              <a:spcBef>
                <a:spcPts val="0"/>
              </a:spcBef>
              <a:spcAft>
                <a:spcPts val="0"/>
              </a:spcAft>
              <a:buSzPts val="1400"/>
              <a:buFont typeface="DM Sans"/>
              <a:buNone/>
              <a:defRPr b="1">
                <a:latin typeface="DM Sans"/>
                <a:ea typeface="DM Sans"/>
                <a:cs typeface="DM Sans"/>
                <a:sym typeface="DM Sans"/>
              </a:defRPr>
            </a:lvl9pPr>
          </a:lstStyle>
          <a:p>
            <a:endParaRPr/>
          </a:p>
        </p:txBody>
      </p:sp>
      <p:sp>
        <p:nvSpPr>
          <p:cNvPr id="29" name="Google Shape;29;p5"/>
          <p:cNvSpPr txBox="1">
            <a:spLocks noGrp="1"/>
          </p:cNvSpPr>
          <p:nvPr>
            <p:ph type="subTitle" idx="4"/>
          </p:nvPr>
        </p:nvSpPr>
        <p:spPr>
          <a:xfrm>
            <a:off x="4725900" y="1206050"/>
            <a:ext cx="3698100" cy="457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000" b="1">
                <a:latin typeface="DM Sans"/>
                <a:ea typeface="DM Sans"/>
                <a:cs typeface="DM Sans"/>
                <a:sym typeface="DM Sans"/>
              </a:defRPr>
            </a:lvl1pPr>
            <a:lvl2pPr lvl="1" rtl="0">
              <a:lnSpc>
                <a:spcPct val="115000"/>
              </a:lnSpc>
              <a:spcBef>
                <a:spcPts val="0"/>
              </a:spcBef>
              <a:spcAft>
                <a:spcPts val="0"/>
              </a:spcAft>
              <a:buSzPts val="1400"/>
              <a:buFont typeface="DM Sans"/>
              <a:buNone/>
              <a:defRPr b="1">
                <a:latin typeface="DM Sans"/>
                <a:ea typeface="DM Sans"/>
                <a:cs typeface="DM Sans"/>
                <a:sym typeface="DM Sans"/>
              </a:defRPr>
            </a:lvl2pPr>
            <a:lvl3pPr lvl="2" rtl="0">
              <a:lnSpc>
                <a:spcPct val="115000"/>
              </a:lnSpc>
              <a:spcBef>
                <a:spcPts val="0"/>
              </a:spcBef>
              <a:spcAft>
                <a:spcPts val="0"/>
              </a:spcAft>
              <a:buSzPts val="1400"/>
              <a:buFont typeface="DM Sans"/>
              <a:buNone/>
              <a:defRPr b="1">
                <a:latin typeface="DM Sans"/>
                <a:ea typeface="DM Sans"/>
                <a:cs typeface="DM Sans"/>
                <a:sym typeface="DM Sans"/>
              </a:defRPr>
            </a:lvl3pPr>
            <a:lvl4pPr lvl="3" rtl="0">
              <a:lnSpc>
                <a:spcPct val="115000"/>
              </a:lnSpc>
              <a:spcBef>
                <a:spcPts val="0"/>
              </a:spcBef>
              <a:spcAft>
                <a:spcPts val="0"/>
              </a:spcAft>
              <a:buSzPts val="1400"/>
              <a:buFont typeface="DM Sans"/>
              <a:buNone/>
              <a:defRPr b="1">
                <a:latin typeface="DM Sans"/>
                <a:ea typeface="DM Sans"/>
                <a:cs typeface="DM Sans"/>
                <a:sym typeface="DM Sans"/>
              </a:defRPr>
            </a:lvl4pPr>
            <a:lvl5pPr lvl="4" rtl="0">
              <a:lnSpc>
                <a:spcPct val="115000"/>
              </a:lnSpc>
              <a:spcBef>
                <a:spcPts val="0"/>
              </a:spcBef>
              <a:spcAft>
                <a:spcPts val="0"/>
              </a:spcAft>
              <a:buSzPts val="1400"/>
              <a:buFont typeface="DM Sans"/>
              <a:buNone/>
              <a:defRPr b="1">
                <a:latin typeface="DM Sans"/>
                <a:ea typeface="DM Sans"/>
                <a:cs typeface="DM Sans"/>
                <a:sym typeface="DM Sans"/>
              </a:defRPr>
            </a:lvl5pPr>
            <a:lvl6pPr lvl="5" rtl="0">
              <a:lnSpc>
                <a:spcPct val="115000"/>
              </a:lnSpc>
              <a:spcBef>
                <a:spcPts val="0"/>
              </a:spcBef>
              <a:spcAft>
                <a:spcPts val="0"/>
              </a:spcAft>
              <a:buSzPts val="1400"/>
              <a:buFont typeface="DM Sans"/>
              <a:buNone/>
              <a:defRPr b="1">
                <a:latin typeface="DM Sans"/>
                <a:ea typeface="DM Sans"/>
                <a:cs typeface="DM Sans"/>
                <a:sym typeface="DM Sans"/>
              </a:defRPr>
            </a:lvl6pPr>
            <a:lvl7pPr lvl="6" rtl="0">
              <a:lnSpc>
                <a:spcPct val="115000"/>
              </a:lnSpc>
              <a:spcBef>
                <a:spcPts val="0"/>
              </a:spcBef>
              <a:spcAft>
                <a:spcPts val="0"/>
              </a:spcAft>
              <a:buSzPts val="1400"/>
              <a:buFont typeface="DM Sans"/>
              <a:buNone/>
              <a:defRPr b="1">
                <a:latin typeface="DM Sans"/>
                <a:ea typeface="DM Sans"/>
                <a:cs typeface="DM Sans"/>
                <a:sym typeface="DM Sans"/>
              </a:defRPr>
            </a:lvl7pPr>
            <a:lvl8pPr lvl="7" rtl="0">
              <a:lnSpc>
                <a:spcPct val="115000"/>
              </a:lnSpc>
              <a:spcBef>
                <a:spcPts val="0"/>
              </a:spcBef>
              <a:spcAft>
                <a:spcPts val="0"/>
              </a:spcAft>
              <a:buSzPts val="1400"/>
              <a:buFont typeface="DM Sans"/>
              <a:buNone/>
              <a:defRPr b="1">
                <a:latin typeface="DM Sans"/>
                <a:ea typeface="DM Sans"/>
                <a:cs typeface="DM Sans"/>
                <a:sym typeface="DM Sans"/>
              </a:defRPr>
            </a:lvl8pPr>
            <a:lvl9pPr lvl="8" rtl="0">
              <a:lnSpc>
                <a:spcPct val="115000"/>
              </a:lnSpc>
              <a:spcBef>
                <a:spcPts val="0"/>
              </a:spcBef>
              <a:spcAft>
                <a:spcPts val="0"/>
              </a:spcAft>
              <a:buSzPts val="1400"/>
              <a:buFont typeface="DM Sans"/>
              <a:buNone/>
              <a:defRPr b="1">
                <a:latin typeface="DM Sans"/>
                <a:ea typeface="DM Sans"/>
                <a:cs typeface="DM Sans"/>
                <a:sym typeface="DM Sans"/>
              </a:defRPr>
            </a:lvl9pPr>
          </a:lstStyle>
          <a:p>
            <a:endParaRPr/>
          </a:p>
        </p:txBody>
      </p:sp>
      <p:sp>
        <p:nvSpPr>
          <p:cNvPr id="30" name="Google Shape;30;p5"/>
          <p:cNvSpPr/>
          <p:nvPr/>
        </p:nvSpPr>
        <p:spPr>
          <a:xfrm>
            <a:off x="0" y="4608578"/>
            <a:ext cx="9143969" cy="534926"/>
          </a:xfrm>
          <a:custGeom>
            <a:avLst/>
            <a:gdLst/>
            <a:ahLst/>
            <a:cxnLst/>
            <a:rect l="l" t="t" r="r" b="b"/>
            <a:pathLst>
              <a:path w="104184" h="23087" extrusionOk="0">
                <a:moveTo>
                  <a:pt x="0" y="1"/>
                </a:moveTo>
                <a:lnTo>
                  <a:pt x="0" y="23086"/>
                </a:lnTo>
                <a:lnTo>
                  <a:pt x="104184" y="23086"/>
                </a:lnTo>
                <a:lnTo>
                  <a:pt x="10418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5"/>
          <p:cNvSpPr/>
          <p:nvPr/>
        </p:nvSpPr>
        <p:spPr>
          <a:xfrm>
            <a:off x="0" y="4811179"/>
            <a:ext cx="9143969" cy="332327"/>
          </a:xfrm>
          <a:custGeom>
            <a:avLst/>
            <a:gdLst/>
            <a:ahLst/>
            <a:cxnLst/>
            <a:rect l="l" t="t" r="r" b="b"/>
            <a:pathLst>
              <a:path w="104184" h="14343" extrusionOk="0">
                <a:moveTo>
                  <a:pt x="0" y="1"/>
                </a:moveTo>
                <a:lnTo>
                  <a:pt x="0" y="14342"/>
                </a:lnTo>
                <a:lnTo>
                  <a:pt x="104184" y="14342"/>
                </a:lnTo>
                <a:lnTo>
                  <a:pt x="104184" y="1"/>
                </a:lnTo>
                <a:cubicBezTo>
                  <a:pt x="97344" y="6862"/>
                  <a:pt x="76610" y="11850"/>
                  <a:pt x="52093" y="11850"/>
                </a:cubicBezTo>
                <a:cubicBezTo>
                  <a:pt x="27576" y="11850"/>
                  <a:pt x="6843" y="6862"/>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4" name="Google Shape;34;p6"/>
          <p:cNvSpPr/>
          <p:nvPr/>
        </p:nvSpPr>
        <p:spPr>
          <a:xfrm>
            <a:off x="0" y="4608578"/>
            <a:ext cx="9143969" cy="534926"/>
          </a:xfrm>
          <a:custGeom>
            <a:avLst/>
            <a:gdLst/>
            <a:ahLst/>
            <a:cxnLst/>
            <a:rect l="l" t="t" r="r" b="b"/>
            <a:pathLst>
              <a:path w="104184" h="23087" extrusionOk="0">
                <a:moveTo>
                  <a:pt x="0" y="1"/>
                </a:moveTo>
                <a:lnTo>
                  <a:pt x="0" y="23086"/>
                </a:lnTo>
                <a:lnTo>
                  <a:pt x="104184" y="23086"/>
                </a:lnTo>
                <a:lnTo>
                  <a:pt x="10418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p:nvPr/>
        </p:nvSpPr>
        <p:spPr>
          <a:xfrm>
            <a:off x="0" y="4811179"/>
            <a:ext cx="9143969" cy="332327"/>
          </a:xfrm>
          <a:custGeom>
            <a:avLst/>
            <a:gdLst/>
            <a:ahLst/>
            <a:cxnLst/>
            <a:rect l="l" t="t" r="r" b="b"/>
            <a:pathLst>
              <a:path w="104184" h="14343" extrusionOk="0">
                <a:moveTo>
                  <a:pt x="0" y="1"/>
                </a:moveTo>
                <a:lnTo>
                  <a:pt x="0" y="14342"/>
                </a:lnTo>
                <a:lnTo>
                  <a:pt x="104184" y="14342"/>
                </a:lnTo>
                <a:lnTo>
                  <a:pt x="104184" y="1"/>
                </a:lnTo>
                <a:cubicBezTo>
                  <a:pt x="97344" y="6862"/>
                  <a:pt x="76610" y="11850"/>
                  <a:pt x="52093" y="11850"/>
                </a:cubicBezTo>
                <a:cubicBezTo>
                  <a:pt x="27576" y="11850"/>
                  <a:pt x="6843" y="6862"/>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720000" y="448056"/>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8" name="Google Shape;38;p7"/>
          <p:cNvSpPr txBox="1">
            <a:spLocks noGrp="1"/>
          </p:cNvSpPr>
          <p:nvPr>
            <p:ph type="subTitle" idx="1"/>
          </p:nvPr>
        </p:nvSpPr>
        <p:spPr>
          <a:xfrm>
            <a:off x="720000" y="1347250"/>
            <a:ext cx="5669400" cy="2926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sz="1600"/>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
        <p:nvSpPr>
          <p:cNvPr id="39" name="Google Shape;39;p7"/>
          <p:cNvSpPr/>
          <p:nvPr/>
        </p:nvSpPr>
        <p:spPr>
          <a:xfrm>
            <a:off x="0" y="4608578"/>
            <a:ext cx="9143969" cy="534926"/>
          </a:xfrm>
          <a:custGeom>
            <a:avLst/>
            <a:gdLst/>
            <a:ahLst/>
            <a:cxnLst/>
            <a:rect l="l" t="t" r="r" b="b"/>
            <a:pathLst>
              <a:path w="104184" h="23087" extrusionOk="0">
                <a:moveTo>
                  <a:pt x="0" y="1"/>
                </a:moveTo>
                <a:lnTo>
                  <a:pt x="0" y="23086"/>
                </a:lnTo>
                <a:lnTo>
                  <a:pt x="104184" y="23086"/>
                </a:lnTo>
                <a:lnTo>
                  <a:pt x="10418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7"/>
          <p:cNvSpPr/>
          <p:nvPr/>
        </p:nvSpPr>
        <p:spPr>
          <a:xfrm>
            <a:off x="0" y="4811179"/>
            <a:ext cx="9143969" cy="332327"/>
          </a:xfrm>
          <a:custGeom>
            <a:avLst/>
            <a:gdLst/>
            <a:ahLst/>
            <a:cxnLst/>
            <a:rect l="l" t="t" r="r" b="b"/>
            <a:pathLst>
              <a:path w="104184" h="14343" extrusionOk="0">
                <a:moveTo>
                  <a:pt x="0" y="1"/>
                </a:moveTo>
                <a:lnTo>
                  <a:pt x="0" y="14342"/>
                </a:lnTo>
                <a:lnTo>
                  <a:pt x="104184" y="14342"/>
                </a:lnTo>
                <a:lnTo>
                  <a:pt x="104184" y="1"/>
                </a:lnTo>
                <a:cubicBezTo>
                  <a:pt x="97344" y="6862"/>
                  <a:pt x="76610" y="11850"/>
                  <a:pt x="52093" y="11850"/>
                </a:cubicBezTo>
                <a:cubicBezTo>
                  <a:pt x="27576" y="11850"/>
                  <a:pt x="6843" y="6862"/>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txBox="1">
            <a:spLocks noGrp="1"/>
          </p:cNvSpPr>
          <p:nvPr>
            <p:ph type="title"/>
          </p:nvPr>
        </p:nvSpPr>
        <p:spPr>
          <a:xfrm>
            <a:off x="720000" y="1413525"/>
            <a:ext cx="4294800" cy="2095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7" name="Google Shape;47;p9"/>
          <p:cNvSpPr txBox="1">
            <a:spLocks noGrp="1"/>
          </p:cNvSpPr>
          <p:nvPr>
            <p:ph type="subTitle" idx="1"/>
          </p:nvPr>
        </p:nvSpPr>
        <p:spPr>
          <a:xfrm>
            <a:off x="720000" y="3508800"/>
            <a:ext cx="4294800" cy="1004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8" name="Google Shape;48;p9"/>
          <p:cNvSpPr/>
          <p:nvPr/>
        </p:nvSpPr>
        <p:spPr>
          <a:xfrm>
            <a:off x="0" y="4608578"/>
            <a:ext cx="9143969" cy="534926"/>
          </a:xfrm>
          <a:custGeom>
            <a:avLst/>
            <a:gdLst/>
            <a:ahLst/>
            <a:cxnLst/>
            <a:rect l="l" t="t" r="r" b="b"/>
            <a:pathLst>
              <a:path w="104184" h="23087" extrusionOk="0">
                <a:moveTo>
                  <a:pt x="0" y="1"/>
                </a:moveTo>
                <a:lnTo>
                  <a:pt x="0" y="23086"/>
                </a:lnTo>
                <a:lnTo>
                  <a:pt x="104184" y="23086"/>
                </a:lnTo>
                <a:lnTo>
                  <a:pt x="10418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9"/>
          <p:cNvSpPr/>
          <p:nvPr/>
        </p:nvSpPr>
        <p:spPr>
          <a:xfrm>
            <a:off x="0" y="4811179"/>
            <a:ext cx="9143969" cy="332327"/>
          </a:xfrm>
          <a:custGeom>
            <a:avLst/>
            <a:gdLst/>
            <a:ahLst/>
            <a:cxnLst/>
            <a:rect l="l" t="t" r="r" b="b"/>
            <a:pathLst>
              <a:path w="104184" h="14343" extrusionOk="0">
                <a:moveTo>
                  <a:pt x="0" y="1"/>
                </a:moveTo>
                <a:lnTo>
                  <a:pt x="0" y="14342"/>
                </a:lnTo>
                <a:lnTo>
                  <a:pt x="104184" y="14342"/>
                </a:lnTo>
                <a:lnTo>
                  <a:pt x="104184" y="1"/>
                </a:lnTo>
                <a:cubicBezTo>
                  <a:pt x="97344" y="6862"/>
                  <a:pt x="76610" y="11850"/>
                  <a:pt x="52093" y="11850"/>
                </a:cubicBezTo>
                <a:cubicBezTo>
                  <a:pt x="27576" y="11850"/>
                  <a:pt x="6843" y="6862"/>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61"/>
        <p:cNvGrpSpPr/>
        <p:nvPr/>
      </p:nvGrpSpPr>
      <p:grpSpPr>
        <a:xfrm>
          <a:off x="0" y="0"/>
          <a:ext cx="0" cy="0"/>
          <a:chOff x="0" y="0"/>
          <a:chExt cx="0" cy="0"/>
        </a:xfrm>
      </p:grpSpPr>
      <p:sp>
        <p:nvSpPr>
          <p:cNvPr id="62" name="Google Shape;62;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3" name="Google Shape;63;p13"/>
          <p:cNvSpPr txBox="1">
            <a:spLocks noGrp="1"/>
          </p:cNvSpPr>
          <p:nvPr>
            <p:ph type="subTitle" idx="1"/>
          </p:nvPr>
        </p:nvSpPr>
        <p:spPr>
          <a:xfrm>
            <a:off x="1565999" y="2040775"/>
            <a:ext cx="2185500" cy="640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64" name="Google Shape;64;p13"/>
          <p:cNvSpPr txBox="1">
            <a:spLocks noGrp="1"/>
          </p:cNvSpPr>
          <p:nvPr>
            <p:ph type="subTitle" idx="2"/>
          </p:nvPr>
        </p:nvSpPr>
        <p:spPr>
          <a:xfrm>
            <a:off x="1565999" y="3586988"/>
            <a:ext cx="2185500" cy="640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65" name="Google Shape;65;p13"/>
          <p:cNvSpPr txBox="1">
            <a:spLocks noGrp="1"/>
          </p:cNvSpPr>
          <p:nvPr>
            <p:ph type="subTitle" idx="3"/>
          </p:nvPr>
        </p:nvSpPr>
        <p:spPr>
          <a:xfrm>
            <a:off x="3902248" y="3586988"/>
            <a:ext cx="2185500" cy="640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66" name="Google Shape;66;p13"/>
          <p:cNvSpPr txBox="1">
            <a:spLocks noGrp="1"/>
          </p:cNvSpPr>
          <p:nvPr>
            <p:ph type="subTitle" idx="4"/>
          </p:nvPr>
        </p:nvSpPr>
        <p:spPr>
          <a:xfrm>
            <a:off x="3902248" y="2040775"/>
            <a:ext cx="2185500" cy="640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67" name="Google Shape;67;p13"/>
          <p:cNvSpPr txBox="1">
            <a:spLocks noGrp="1"/>
          </p:cNvSpPr>
          <p:nvPr>
            <p:ph type="title" idx="5" hasCustomPrompt="1"/>
          </p:nvPr>
        </p:nvSpPr>
        <p:spPr>
          <a:xfrm>
            <a:off x="1565999" y="1327825"/>
            <a:ext cx="854400" cy="6168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8" name="Google Shape;68;p13"/>
          <p:cNvSpPr txBox="1">
            <a:spLocks noGrp="1"/>
          </p:cNvSpPr>
          <p:nvPr>
            <p:ph type="title" idx="6" hasCustomPrompt="1"/>
          </p:nvPr>
        </p:nvSpPr>
        <p:spPr>
          <a:xfrm>
            <a:off x="3902248" y="2874200"/>
            <a:ext cx="854400" cy="6168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 name="Google Shape;69;p13"/>
          <p:cNvSpPr txBox="1">
            <a:spLocks noGrp="1"/>
          </p:cNvSpPr>
          <p:nvPr>
            <p:ph type="title" idx="7" hasCustomPrompt="1"/>
          </p:nvPr>
        </p:nvSpPr>
        <p:spPr>
          <a:xfrm>
            <a:off x="1565999" y="2874200"/>
            <a:ext cx="854400" cy="6168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0" name="Google Shape;70;p13"/>
          <p:cNvSpPr txBox="1">
            <a:spLocks noGrp="1"/>
          </p:cNvSpPr>
          <p:nvPr>
            <p:ph type="title" idx="8" hasCustomPrompt="1"/>
          </p:nvPr>
        </p:nvSpPr>
        <p:spPr>
          <a:xfrm>
            <a:off x="3902248" y="1327825"/>
            <a:ext cx="854400" cy="6168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1" name="Google Shape;71;p13"/>
          <p:cNvSpPr txBox="1">
            <a:spLocks noGrp="1"/>
          </p:cNvSpPr>
          <p:nvPr>
            <p:ph type="subTitle" idx="9"/>
          </p:nvPr>
        </p:nvSpPr>
        <p:spPr>
          <a:xfrm>
            <a:off x="6238496" y="3586988"/>
            <a:ext cx="2185500" cy="640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72" name="Google Shape;72;p13"/>
          <p:cNvSpPr txBox="1">
            <a:spLocks noGrp="1"/>
          </p:cNvSpPr>
          <p:nvPr>
            <p:ph type="subTitle" idx="13"/>
          </p:nvPr>
        </p:nvSpPr>
        <p:spPr>
          <a:xfrm>
            <a:off x="6238496" y="2040775"/>
            <a:ext cx="2185500" cy="640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73" name="Google Shape;73;p13"/>
          <p:cNvSpPr txBox="1">
            <a:spLocks noGrp="1"/>
          </p:cNvSpPr>
          <p:nvPr>
            <p:ph type="title" idx="14" hasCustomPrompt="1"/>
          </p:nvPr>
        </p:nvSpPr>
        <p:spPr>
          <a:xfrm>
            <a:off x="6238496" y="2874200"/>
            <a:ext cx="854400" cy="6168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4" name="Google Shape;74;p13"/>
          <p:cNvSpPr txBox="1">
            <a:spLocks noGrp="1"/>
          </p:cNvSpPr>
          <p:nvPr>
            <p:ph type="title" idx="15" hasCustomPrompt="1"/>
          </p:nvPr>
        </p:nvSpPr>
        <p:spPr>
          <a:xfrm>
            <a:off x="6238496" y="1327825"/>
            <a:ext cx="854400" cy="6168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5" name="Google Shape;75;p13"/>
          <p:cNvSpPr txBox="1">
            <a:spLocks noGrp="1"/>
          </p:cNvSpPr>
          <p:nvPr>
            <p:ph type="subTitle" idx="16"/>
          </p:nvPr>
        </p:nvSpPr>
        <p:spPr>
          <a:xfrm>
            <a:off x="1565999" y="1835575"/>
            <a:ext cx="218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000" b="1"/>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76" name="Google Shape;76;p13"/>
          <p:cNvSpPr txBox="1">
            <a:spLocks noGrp="1"/>
          </p:cNvSpPr>
          <p:nvPr>
            <p:ph type="subTitle" idx="17"/>
          </p:nvPr>
        </p:nvSpPr>
        <p:spPr>
          <a:xfrm>
            <a:off x="1565999" y="3381798"/>
            <a:ext cx="218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000" b="1"/>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77" name="Google Shape;77;p13"/>
          <p:cNvSpPr txBox="1">
            <a:spLocks noGrp="1"/>
          </p:cNvSpPr>
          <p:nvPr>
            <p:ph type="subTitle" idx="18"/>
          </p:nvPr>
        </p:nvSpPr>
        <p:spPr>
          <a:xfrm>
            <a:off x="3902248" y="3381798"/>
            <a:ext cx="218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000" b="1"/>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78" name="Google Shape;78;p13"/>
          <p:cNvSpPr txBox="1">
            <a:spLocks noGrp="1"/>
          </p:cNvSpPr>
          <p:nvPr>
            <p:ph type="subTitle" idx="19"/>
          </p:nvPr>
        </p:nvSpPr>
        <p:spPr>
          <a:xfrm>
            <a:off x="3902248" y="1835575"/>
            <a:ext cx="218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000" b="1"/>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79" name="Google Shape;79;p13"/>
          <p:cNvSpPr txBox="1">
            <a:spLocks noGrp="1"/>
          </p:cNvSpPr>
          <p:nvPr>
            <p:ph type="subTitle" idx="20"/>
          </p:nvPr>
        </p:nvSpPr>
        <p:spPr>
          <a:xfrm>
            <a:off x="6238496" y="3381798"/>
            <a:ext cx="218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000" b="1"/>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80" name="Google Shape;80;p13"/>
          <p:cNvSpPr txBox="1">
            <a:spLocks noGrp="1"/>
          </p:cNvSpPr>
          <p:nvPr>
            <p:ph type="subTitle" idx="21"/>
          </p:nvPr>
        </p:nvSpPr>
        <p:spPr>
          <a:xfrm>
            <a:off x="6238496" y="1835575"/>
            <a:ext cx="218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000" b="1"/>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81" name="Google Shape;81;p13"/>
          <p:cNvSpPr/>
          <p:nvPr/>
        </p:nvSpPr>
        <p:spPr>
          <a:xfrm>
            <a:off x="0" y="4608578"/>
            <a:ext cx="9143969" cy="534926"/>
          </a:xfrm>
          <a:custGeom>
            <a:avLst/>
            <a:gdLst/>
            <a:ahLst/>
            <a:cxnLst/>
            <a:rect l="l" t="t" r="r" b="b"/>
            <a:pathLst>
              <a:path w="104184" h="23087" extrusionOk="0">
                <a:moveTo>
                  <a:pt x="0" y="1"/>
                </a:moveTo>
                <a:lnTo>
                  <a:pt x="0" y="23086"/>
                </a:lnTo>
                <a:lnTo>
                  <a:pt x="104184" y="23086"/>
                </a:lnTo>
                <a:lnTo>
                  <a:pt x="10418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3"/>
          <p:cNvSpPr/>
          <p:nvPr/>
        </p:nvSpPr>
        <p:spPr>
          <a:xfrm>
            <a:off x="0" y="4811179"/>
            <a:ext cx="9143969" cy="332327"/>
          </a:xfrm>
          <a:custGeom>
            <a:avLst/>
            <a:gdLst/>
            <a:ahLst/>
            <a:cxnLst/>
            <a:rect l="l" t="t" r="r" b="b"/>
            <a:pathLst>
              <a:path w="104184" h="14343" extrusionOk="0">
                <a:moveTo>
                  <a:pt x="0" y="1"/>
                </a:moveTo>
                <a:lnTo>
                  <a:pt x="0" y="14342"/>
                </a:lnTo>
                <a:lnTo>
                  <a:pt x="104184" y="14342"/>
                </a:lnTo>
                <a:lnTo>
                  <a:pt x="104184" y="1"/>
                </a:lnTo>
                <a:cubicBezTo>
                  <a:pt x="97344" y="6862"/>
                  <a:pt x="76610" y="11850"/>
                  <a:pt x="52093" y="11850"/>
                </a:cubicBezTo>
                <a:cubicBezTo>
                  <a:pt x="27576" y="11850"/>
                  <a:pt x="6843" y="6862"/>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94"/>
        <p:cNvGrpSpPr/>
        <p:nvPr/>
      </p:nvGrpSpPr>
      <p:grpSpPr>
        <a:xfrm>
          <a:off x="0" y="0"/>
          <a:ext cx="0" cy="0"/>
          <a:chOff x="0" y="0"/>
          <a:chExt cx="0" cy="0"/>
        </a:xfrm>
      </p:grpSpPr>
      <p:sp>
        <p:nvSpPr>
          <p:cNvPr id="95" name="Google Shape;95;p16"/>
          <p:cNvSpPr txBox="1">
            <a:spLocks noGrp="1"/>
          </p:cNvSpPr>
          <p:nvPr>
            <p:ph type="title"/>
          </p:nvPr>
        </p:nvSpPr>
        <p:spPr>
          <a:xfrm>
            <a:off x="720000" y="1649700"/>
            <a:ext cx="2194500" cy="548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6" name="Google Shape;96;p16"/>
          <p:cNvSpPr txBox="1">
            <a:spLocks noGrp="1"/>
          </p:cNvSpPr>
          <p:nvPr>
            <p:ph type="subTitle" idx="1"/>
          </p:nvPr>
        </p:nvSpPr>
        <p:spPr>
          <a:xfrm>
            <a:off x="720000" y="2122200"/>
            <a:ext cx="2194500" cy="1371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7" name="Google Shape;97;p16"/>
          <p:cNvSpPr/>
          <p:nvPr/>
        </p:nvSpPr>
        <p:spPr>
          <a:xfrm>
            <a:off x="0" y="4608578"/>
            <a:ext cx="9143969" cy="534926"/>
          </a:xfrm>
          <a:custGeom>
            <a:avLst/>
            <a:gdLst/>
            <a:ahLst/>
            <a:cxnLst/>
            <a:rect l="l" t="t" r="r" b="b"/>
            <a:pathLst>
              <a:path w="104184" h="23087" extrusionOk="0">
                <a:moveTo>
                  <a:pt x="0" y="1"/>
                </a:moveTo>
                <a:lnTo>
                  <a:pt x="0" y="23086"/>
                </a:lnTo>
                <a:lnTo>
                  <a:pt x="104184" y="23086"/>
                </a:lnTo>
                <a:lnTo>
                  <a:pt x="10418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6"/>
          <p:cNvSpPr/>
          <p:nvPr/>
        </p:nvSpPr>
        <p:spPr>
          <a:xfrm>
            <a:off x="0" y="4811179"/>
            <a:ext cx="9143969" cy="332327"/>
          </a:xfrm>
          <a:custGeom>
            <a:avLst/>
            <a:gdLst/>
            <a:ahLst/>
            <a:cxnLst/>
            <a:rect l="l" t="t" r="r" b="b"/>
            <a:pathLst>
              <a:path w="104184" h="14343" extrusionOk="0">
                <a:moveTo>
                  <a:pt x="0" y="1"/>
                </a:moveTo>
                <a:lnTo>
                  <a:pt x="0" y="14342"/>
                </a:lnTo>
                <a:lnTo>
                  <a:pt x="104184" y="14342"/>
                </a:lnTo>
                <a:lnTo>
                  <a:pt x="104184" y="1"/>
                </a:lnTo>
                <a:cubicBezTo>
                  <a:pt x="97344" y="6862"/>
                  <a:pt x="76610" y="11850"/>
                  <a:pt x="52093" y="11850"/>
                </a:cubicBezTo>
                <a:cubicBezTo>
                  <a:pt x="27576" y="11850"/>
                  <a:pt x="6843" y="6862"/>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2">
  <p:cSld name="CUSTOM_6_1_1">
    <p:spTree>
      <p:nvGrpSpPr>
        <p:cNvPr id="1" name="Shape 124"/>
        <p:cNvGrpSpPr/>
        <p:nvPr/>
      </p:nvGrpSpPr>
      <p:grpSpPr>
        <a:xfrm>
          <a:off x="0" y="0"/>
          <a:ext cx="0" cy="0"/>
          <a:chOff x="0" y="0"/>
          <a:chExt cx="0" cy="0"/>
        </a:xfrm>
      </p:grpSpPr>
      <p:sp>
        <p:nvSpPr>
          <p:cNvPr id="125" name="Google Shape;125;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6" name="Google Shape;126;p20"/>
          <p:cNvSpPr txBox="1">
            <a:spLocks noGrp="1"/>
          </p:cNvSpPr>
          <p:nvPr>
            <p:ph type="subTitle" idx="1"/>
          </p:nvPr>
        </p:nvSpPr>
        <p:spPr>
          <a:xfrm>
            <a:off x="720000" y="1969075"/>
            <a:ext cx="2144700" cy="2176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27" name="Google Shape;127;p20"/>
          <p:cNvSpPr txBox="1">
            <a:spLocks noGrp="1"/>
          </p:cNvSpPr>
          <p:nvPr>
            <p:ph type="subTitle" idx="2"/>
          </p:nvPr>
        </p:nvSpPr>
        <p:spPr>
          <a:xfrm>
            <a:off x="3499652" y="1969075"/>
            <a:ext cx="2144700" cy="2176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28" name="Google Shape;128;p20"/>
          <p:cNvSpPr txBox="1">
            <a:spLocks noGrp="1"/>
          </p:cNvSpPr>
          <p:nvPr>
            <p:ph type="subTitle" idx="3"/>
          </p:nvPr>
        </p:nvSpPr>
        <p:spPr>
          <a:xfrm>
            <a:off x="6286068" y="1969075"/>
            <a:ext cx="2144700" cy="2176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29" name="Google Shape;129;p20"/>
          <p:cNvSpPr txBox="1">
            <a:spLocks noGrp="1"/>
          </p:cNvSpPr>
          <p:nvPr>
            <p:ph type="subTitle" idx="4"/>
          </p:nvPr>
        </p:nvSpPr>
        <p:spPr>
          <a:xfrm>
            <a:off x="720000" y="1665925"/>
            <a:ext cx="2144700" cy="4275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600"/>
              <a:buFont typeface="DM Sans"/>
              <a:buNone/>
              <a:defRPr sz="2000" b="1">
                <a:latin typeface="DM Sans"/>
                <a:ea typeface="DM Sans"/>
                <a:cs typeface="DM Sans"/>
                <a:sym typeface="DM Sans"/>
              </a:defRPr>
            </a:lvl1pPr>
            <a:lvl2pPr lvl="1" rtl="0">
              <a:lnSpc>
                <a:spcPct val="115000"/>
              </a:lnSpc>
              <a:spcBef>
                <a:spcPts val="0"/>
              </a:spcBef>
              <a:spcAft>
                <a:spcPts val="0"/>
              </a:spcAft>
              <a:buSzPts val="2600"/>
              <a:buFont typeface="DM Sans"/>
              <a:buNone/>
              <a:defRPr sz="2600" b="1">
                <a:latin typeface="DM Sans"/>
                <a:ea typeface="DM Sans"/>
                <a:cs typeface="DM Sans"/>
                <a:sym typeface="DM Sans"/>
              </a:defRPr>
            </a:lvl2pPr>
            <a:lvl3pPr lvl="2" rtl="0">
              <a:lnSpc>
                <a:spcPct val="115000"/>
              </a:lnSpc>
              <a:spcBef>
                <a:spcPts val="0"/>
              </a:spcBef>
              <a:spcAft>
                <a:spcPts val="0"/>
              </a:spcAft>
              <a:buSzPts val="2600"/>
              <a:buFont typeface="DM Sans"/>
              <a:buNone/>
              <a:defRPr sz="2600" b="1">
                <a:latin typeface="DM Sans"/>
                <a:ea typeface="DM Sans"/>
                <a:cs typeface="DM Sans"/>
                <a:sym typeface="DM Sans"/>
              </a:defRPr>
            </a:lvl3pPr>
            <a:lvl4pPr lvl="3" rtl="0">
              <a:lnSpc>
                <a:spcPct val="115000"/>
              </a:lnSpc>
              <a:spcBef>
                <a:spcPts val="0"/>
              </a:spcBef>
              <a:spcAft>
                <a:spcPts val="0"/>
              </a:spcAft>
              <a:buSzPts val="2600"/>
              <a:buFont typeface="DM Sans"/>
              <a:buNone/>
              <a:defRPr sz="2600" b="1">
                <a:latin typeface="DM Sans"/>
                <a:ea typeface="DM Sans"/>
                <a:cs typeface="DM Sans"/>
                <a:sym typeface="DM Sans"/>
              </a:defRPr>
            </a:lvl4pPr>
            <a:lvl5pPr lvl="4" rtl="0">
              <a:lnSpc>
                <a:spcPct val="115000"/>
              </a:lnSpc>
              <a:spcBef>
                <a:spcPts val="0"/>
              </a:spcBef>
              <a:spcAft>
                <a:spcPts val="0"/>
              </a:spcAft>
              <a:buSzPts val="2600"/>
              <a:buFont typeface="DM Sans"/>
              <a:buNone/>
              <a:defRPr sz="2600" b="1">
                <a:latin typeface="DM Sans"/>
                <a:ea typeface="DM Sans"/>
                <a:cs typeface="DM Sans"/>
                <a:sym typeface="DM Sans"/>
              </a:defRPr>
            </a:lvl5pPr>
            <a:lvl6pPr lvl="5" rtl="0">
              <a:lnSpc>
                <a:spcPct val="115000"/>
              </a:lnSpc>
              <a:spcBef>
                <a:spcPts val="0"/>
              </a:spcBef>
              <a:spcAft>
                <a:spcPts val="0"/>
              </a:spcAft>
              <a:buSzPts val="2600"/>
              <a:buFont typeface="DM Sans"/>
              <a:buNone/>
              <a:defRPr sz="2600" b="1">
                <a:latin typeface="DM Sans"/>
                <a:ea typeface="DM Sans"/>
                <a:cs typeface="DM Sans"/>
                <a:sym typeface="DM Sans"/>
              </a:defRPr>
            </a:lvl6pPr>
            <a:lvl7pPr lvl="6" rtl="0">
              <a:lnSpc>
                <a:spcPct val="115000"/>
              </a:lnSpc>
              <a:spcBef>
                <a:spcPts val="0"/>
              </a:spcBef>
              <a:spcAft>
                <a:spcPts val="0"/>
              </a:spcAft>
              <a:buSzPts val="2600"/>
              <a:buFont typeface="DM Sans"/>
              <a:buNone/>
              <a:defRPr sz="2600" b="1">
                <a:latin typeface="DM Sans"/>
                <a:ea typeface="DM Sans"/>
                <a:cs typeface="DM Sans"/>
                <a:sym typeface="DM Sans"/>
              </a:defRPr>
            </a:lvl7pPr>
            <a:lvl8pPr lvl="7" rtl="0">
              <a:lnSpc>
                <a:spcPct val="115000"/>
              </a:lnSpc>
              <a:spcBef>
                <a:spcPts val="0"/>
              </a:spcBef>
              <a:spcAft>
                <a:spcPts val="0"/>
              </a:spcAft>
              <a:buSzPts val="2600"/>
              <a:buFont typeface="DM Sans"/>
              <a:buNone/>
              <a:defRPr sz="2600" b="1">
                <a:latin typeface="DM Sans"/>
                <a:ea typeface="DM Sans"/>
                <a:cs typeface="DM Sans"/>
                <a:sym typeface="DM Sans"/>
              </a:defRPr>
            </a:lvl8pPr>
            <a:lvl9pPr lvl="8" rtl="0">
              <a:lnSpc>
                <a:spcPct val="115000"/>
              </a:lnSpc>
              <a:spcBef>
                <a:spcPts val="0"/>
              </a:spcBef>
              <a:spcAft>
                <a:spcPts val="0"/>
              </a:spcAft>
              <a:buSzPts val="2600"/>
              <a:buFont typeface="DM Sans"/>
              <a:buNone/>
              <a:defRPr sz="2600" b="1">
                <a:latin typeface="DM Sans"/>
                <a:ea typeface="DM Sans"/>
                <a:cs typeface="DM Sans"/>
                <a:sym typeface="DM Sans"/>
              </a:defRPr>
            </a:lvl9pPr>
          </a:lstStyle>
          <a:p>
            <a:endParaRPr/>
          </a:p>
        </p:txBody>
      </p:sp>
      <p:sp>
        <p:nvSpPr>
          <p:cNvPr id="130" name="Google Shape;130;p20"/>
          <p:cNvSpPr txBox="1">
            <a:spLocks noGrp="1"/>
          </p:cNvSpPr>
          <p:nvPr>
            <p:ph type="subTitle" idx="5"/>
          </p:nvPr>
        </p:nvSpPr>
        <p:spPr>
          <a:xfrm>
            <a:off x="3499648" y="1665925"/>
            <a:ext cx="2144700" cy="4275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600"/>
              <a:buFont typeface="DM Sans"/>
              <a:buNone/>
              <a:defRPr sz="2000" b="1">
                <a:latin typeface="DM Sans"/>
                <a:ea typeface="DM Sans"/>
                <a:cs typeface="DM Sans"/>
                <a:sym typeface="DM Sans"/>
              </a:defRPr>
            </a:lvl1pPr>
            <a:lvl2pPr lvl="1" rtl="0">
              <a:lnSpc>
                <a:spcPct val="115000"/>
              </a:lnSpc>
              <a:spcBef>
                <a:spcPts val="0"/>
              </a:spcBef>
              <a:spcAft>
                <a:spcPts val="0"/>
              </a:spcAft>
              <a:buSzPts val="2600"/>
              <a:buFont typeface="DM Sans"/>
              <a:buNone/>
              <a:defRPr sz="2600" b="1">
                <a:latin typeface="DM Sans"/>
                <a:ea typeface="DM Sans"/>
                <a:cs typeface="DM Sans"/>
                <a:sym typeface="DM Sans"/>
              </a:defRPr>
            </a:lvl2pPr>
            <a:lvl3pPr lvl="2" rtl="0">
              <a:lnSpc>
                <a:spcPct val="115000"/>
              </a:lnSpc>
              <a:spcBef>
                <a:spcPts val="0"/>
              </a:spcBef>
              <a:spcAft>
                <a:spcPts val="0"/>
              </a:spcAft>
              <a:buSzPts val="2600"/>
              <a:buFont typeface="DM Sans"/>
              <a:buNone/>
              <a:defRPr sz="2600" b="1">
                <a:latin typeface="DM Sans"/>
                <a:ea typeface="DM Sans"/>
                <a:cs typeface="DM Sans"/>
                <a:sym typeface="DM Sans"/>
              </a:defRPr>
            </a:lvl3pPr>
            <a:lvl4pPr lvl="3" rtl="0">
              <a:lnSpc>
                <a:spcPct val="115000"/>
              </a:lnSpc>
              <a:spcBef>
                <a:spcPts val="0"/>
              </a:spcBef>
              <a:spcAft>
                <a:spcPts val="0"/>
              </a:spcAft>
              <a:buSzPts val="2600"/>
              <a:buFont typeface="DM Sans"/>
              <a:buNone/>
              <a:defRPr sz="2600" b="1">
                <a:latin typeface="DM Sans"/>
                <a:ea typeface="DM Sans"/>
                <a:cs typeface="DM Sans"/>
                <a:sym typeface="DM Sans"/>
              </a:defRPr>
            </a:lvl4pPr>
            <a:lvl5pPr lvl="4" rtl="0">
              <a:lnSpc>
                <a:spcPct val="115000"/>
              </a:lnSpc>
              <a:spcBef>
                <a:spcPts val="0"/>
              </a:spcBef>
              <a:spcAft>
                <a:spcPts val="0"/>
              </a:spcAft>
              <a:buSzPts val="2600"/>
              <a:buFont typeface="DM Sans"/>
              <a:buNone/>
              <a:defRPr sz="2600" b="1">
                <a:latin typeface="DM Sans"/>
                <a:ea typeface="DM Sans"/>
                <a:cs typeface="DM Sans"/>
                <a:sym typeface="DM Sans"/>
              </a:defRPr>
            </a:lvl5pPr>
            <a:lvl6pPr lvl="5" rtl="0">
              <a:lnSpc>
                <a:spcPct val="115000"/>
              </a:lnSpc>
              <a:spcBef>
                <a:spcPts val="0"/>
              </a:spcBef>
              <a:spcAft>
                <a:spcPts val="0"/>
              </a:spcAft>
              <a:buSzPts val="2600"/>
              <a:buFont typeface="DM Sans"/>
              <a:buNone/>
              <a:defRPr sz="2600" b="1">
                <a:latin typeface="DM Sans"/>
                <a:ea typeface="DM Sans"/>
                <a:cs typeface="DM Sans"/>
                <a:sym typeface="DM Sans"/>
              </a:defRPr>
            </a:lvl6pPr>
            <a:lvl7pPr lvl="6" rtl="0">
              <a:lnSpc>
                <a:spcPct val="115000"/>
              </a:lnSpc>
              <a:spcBef>
                <a:spcPts val="0"/>
              </a:spcBef>
              <a:spcAft>
                <a:spcPts val="0"/>
              </a:spcAft>
              <a:buSzPts val="2600"/>
              <a:buFont typeface="DM Sans"/>
              <a:buNone/>
              <a:defRPr sz="2600" b="1">
                <a:latin typeface="DM Sans"/>
                <a:ea typeface="DM Sans"/>
                <a:cs typeface="DM Sans"/>
                <a:sym typeface="DM Sans"/>
              </a:defRPr>
            </a:lvl7pPr>
            <a:lvl8pPr lvl="7" rtl="0">
              <a:lnSpc>
                <a:spcPct val="115000"/>
              </a:lnSpc>
              <a:spcBef>
                <a:spcPts val="0"/>
              </a:spcBef>
              <a:spcAft>
                <a:spcPts val="0"/>
              </a:spcAft>
              <a:buSzPts val="2600"/>
              <a:buFont typeface="DM Sans"/>
              <a:buNone/>
              <a:defRPr sz="2600" b="1">
                <a:latin typeface="DM Sans"/>
                <a:ea typeface="DM Sans"/>
                <a:cs typeface="DM Sans"/>
                <a:sym typeface="DM Sans"/>
              </a:defRPr>
            </a:lvl8pPr>
            <a:lvl9pPr lvl="8" rtl="0">
              <a:lnSpc>
                <a:spcPct val="115000"/>
              </a:lnSpc>
              <a:spcBef>
                <a:spcPts val="0"/>
              </a:spcBef>
              <a:spcAft>
                <a:spcPts val="0"/>
              </a:spcAft>
              <a:buSzPts val="2600"/>
              <a:buFont typeface="DM Sans"/>
              <a:buNone/>
              <a:defRPr sz="2600" b="1">
                <a:latin typeface="DM Sans"/>
                <a:ea typeface="DM Sans"/>
                <a:cs typeface="DM Sans"/>
                <a:sym typeface="DM Sans"/>
              </a:defRPr>
            </a:lvl9pPr>
          </a:lstStyle>
          <a:p>
            <a:endParaRPr/>
          </a:p>
        </p:txBody>
      </p:sp>
      <p:sp>
        <p:nvSpPr>
          <p:cNvPr id="131" name="Google Shape;131;p20"/>
          <p:cNvSpPr txBox="1">
            <a:spLocks noGrp="1"/>
          </p:cNvSpPr>
          <p:nvPr>
            <p:ph type="subTitle" idx="6"/>
          </p:nvPr>
        </p:nvSpPr>
        <p:spPr>
          <a:xfrm>
            <a:off x="6286065" y="1665925"/>
            <a:ext cx="2144700" cy="4275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600"/>
              <a:buFont typeface="DM Sans"/>
              <a:buNone/>
              <a:defRPr sz="2000" b="1">
                <a:latin typeface="DM Sans"/>
                <a:ea typeface="DM Sans"/>
                <a:cs typeface="DM Sans"/>
                <a:sym typeface="DM Sans"/>
              </a:defRPr>
            </a:lvl1pPr>
            <a:lvl2pPr lvl="1" rtl="0">
              <a:lnSpc>
                <a:spcPct val="115000"/>
              </a:lnSpc>
              <a:spcBef>
                <a:spcPts val="0"/>
              </a:spcBef>
              <a:spcAft>
                <a:spcPts val="0"/>
              </a:spcAft>
              <a:buSzPts val="2600"/>
              <a:buFont typeface="DM Sans"/>
              <a:buNone/>
              <a:defRPr sz="2600" b="1">
                <a:latin typeface="DM Sans"/>
                <a:ea typeface="DM Sans"/>
                <a:cs typeface="DM Sans"/>
                <a:sym typeface="DM Sans"/>
              </a:defRPr>
            </a:lvl2pPr>
            <a:lvl3pPr lvl="2" rtl="0">
              <a:lnSpc>
                <a:spcPct val="115000"/>
              </a:lnSpc>
              <a:spcBef>
                <a:spcPts val="0"/>
              </a:spcBef>
              <a:spcAft>
                <a:spcPts val="0"/>
              </a:spcAft>
              <a:buSzPts val="2600"/>
              <a:buFont typeface="DM Sans"/>
              <a:buNone/>
              <a:defRPr sz="2600" b="1">
                <a:latin typeface="DM Sans"/>
                <a:ea typeface="DM Sans"/>
                <a:cs typeface="DM Sans"/>
                <a:sym typeface="DM Sans"/>
              </a:defRPr>
            </a:lvl3pPr>
            <a:lvl4pPr lvl="3" rtl="0">
              <a:lnSpc>
                <a:spcPct val="115000"/>
              </a:lnSpc>
              <a:spcBef>
                <a:spcPts val="0"/>
              </a:spcBef>
              <a:spcAft>
                <a:spcPts val="0"/>
              </a:spcAft>
              <a:buSzPts val="2600"/>
              <a:buFont typeface="DM Sans"/>
              <a:buNone/>
              <a:defRPr sz="2600" b="1">
                <a:latin typeface="DM Sans"/>
                <a:ea typeface="DM Sans"/>
                <a:cs typeface="DM Sans"/>
                <a:sym typeface="DM Sans"/>
              </a:defRPr>
            </a:lvl4pPr>
            <a:lvl5pPr lvl="4" rtl="0">
              <a:lnSpc>
                <a:spcPct val="115000"/>
              </a:lnSpc>
              <a:spcBef>
                <a:spcPts val="0"/>
              </a:spcBef>
              <a:spcAft>
                <a:spcPts val="0"/>
              </a:spcAft>
              <a:buSzPts val="2600"/>
              <a:buFont typeface="DM Sans"/>
              <a:buNone/>
              <a:defRPr sz="2600" b="1">
                <a:latin typeface="DM Sans"/>
                <a:ea typeface="DM Sans"/>
                <a:cs typeface="DM Sans"/>
                <a:sym typeface="DM Sans"/>
              </a:defRPr>
            </a:lvl5pPr>
            <a:lvl6pPr lvl="5" rtl="0">
              <a:lnSpc>
                <a:spcPct val="115000"/>
              </a:lnSpc>
              <a:spcBef>
                <a:spcPts val="0"/>
              </a:spcBef>
              <a:spcAft>
                <a:spcPts val="0"/>
              </a:spcAft>
              <a:buSzPts val="2600"/>
              <a:buFont typeface="DM Sans"/>
              <a:buNone/>
              <a:defRPr sz="2600" b="1">
                <a:latin typeface="DM Sans"/>
                <a:ea typeface="DM Sans"/>
                <a:cs typeface="DM Sans"/>
                <a:sym typeface="DM Sans"/>
              </a:defRPr>
            </a:lvl6pPr>
            <a:lvl7pPr lvl="6" rtl="0">
              <a:lnSpc>
                <a:spcPct val="115000"/>
              </a:lnSpc>
              <a:spcBef>
                <a:spcPts val="0"/>
              </a:spcBef>
              <a:spcAft>
                <a:spcPts val="0"/>
              </a:spcAft>
              <a:buSzPts val="2600"/>
              <a:buFont typeface="DM Sans"/>
              <a:buNone/>
              <a:defRPr sz="2600" b="1">
                <a:latin typeface="DM Sans"/>
                <a:ea typeface="DM Sans"/>
                <a:cs typeface="DM Sans"/>
                <a:sym typeface="DM Sans"/>
              </a:defRPr>
            </a:lvl7pPr>
            <a:lvl8pPr lvl="7" rtl="0">
              <a:lnSpc>
                <a:spcPct val="115000"/>
              </a:lnSpc>
              <a:spcBef>
                <a:spcPts val="0"/>
              </a:spcBef>
              <a:spcAft>
                <a:spcPts val="0"/>
              </a:spcAft>
              <a:buSzPts val="2600"/>
              <a:buFont typeface="DM Sans"/>
              <a:buNone/>
              <a:defRPr sz="2600" b="1">
                <a:latin typeface="DM Sans"/>
                <a:ea typeface="DM Sans"/>
                <a:cs typeface="DM Sans"/>
                <a:sym typeface="DM Sans"/>
              </a:defRPr>
            </a:lvl8pPr>
            <a:lvl9pPr lvl="8" rtl="0">
              <a:lnSpc>
                <a:spcPct val="115000"/>
              </a:lnSpc>
              <a:spcBef>
                <a:spcPts val="0"/>
              </a:spcBef>
              <a:spcAft>
                <a:spcPts val="0"/>
              </a:spcAft>
              <a:buSzPts val="2600"/>
              <a:buFont typeface="DM Sans"/>
              <a:buNone/>
              <a:defRPr sz="2600" b="1">
                <a:latin typeface="DM Sans"/>
                <a:ea typeface="DM Sans"/>
                <a:cs typeface="DM Sans"/>
                <a:sym typeface="DM Sans"/>
              </a:defRPr>
            </a:lvl9pPr>
          </a:lstStyle>
          <a:p>
            <a:endParaRPr/>
          </a:p>
        </p:txBody>
      </p:sp>
      <p:sp>
        <p:nvSpPr>
          <p:cNvPr id="132" name="Google Shape;132;p20"/>
          <p:cNvSpPr/>
          <p:nvPr/>
        </p:nvSpPr>
        <p:spPr>
          <a:xfrm>
            <a:off x="0" y="4608578"/>
            <a:ext cx="9143969" cy="534926"/>
          </a:xfrm>
          <a:custGeom>
            <a:avLst/>
            <a:gdLst/>
            <a:ahLst/>
            <a:cxnLst/>
            <a:rect l="l" t="t" r="r" b="b"/>
            <a:pathLst>
              <a:path w="104184" h="23087" extrusionOk="0">
                <a:moveTo>
                  <a:pt x="0" y="1"/>
                </a:moveTo>
                <a:lnTo>
                  <a:pt x="0" y="23086"/>
                </a:lnTo>
                <a:lnTo>
                  <a:pt x="104184" y="23086"/>
                </a:lnTo>
                <a:lnTo>
                  <a:pt x="10418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0"/>
          <p:cNvSpPr/>
          <p:nvPr/>
        </p:nvSpPr>
        <p:spPr>
          <a:xfrm>
            <a:off x="0" y="4811179"/>
            <a:ext cx="9143969" cy="332327"/>
          </a:xfrm>
          <a:custGeom>
            <a:avLst/>
            <a:gdLst/>
            <a:ahLst/>
            <a:cxnLst/>
            <a:rect l="l" t="t" r="r" b="b"/>
            <a:pathLst>
              <a:path w="104184" h="14343" extrusionOk="0">
                <a:moveTo>
                  <a:pt x="0" y="1"/>
                </a:moveTo>
                <a:lnTo>
                  <a:pt x="0" y="14342"/>
                </a:lnTo>
                <a:lnTo>
                  <a:pt x="104184" y="14342"/>
                </a:lnTo>
                <a:lnTo>
                  <a:pt x="104184" y="1"/>
                </a:lnTo>
                <a:cubicBezTo>
                  <a:pt x="97344" y="6862"/>
                  <a:pt x="76610" y="11850"/>
                  <a:pt x="52093" y="11850"/>
                </a:cubicBezTo>
                <a:cubicBezTo>
                  <a:pt x="27576" y="11850"/>
                  <a:pt x="6843" y="6862"/>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177"/>
        <p:cNvGrpSpPr/>
        <p:nvPr/>
      </p:nvGrpSpPr>
      <p:grpSpPr>
        <a:xfrm>
          <a:off x="0" y="0"/>
          <a:ext cx="0" cy="0"/>
          <a:chOff x="0" y="0"/>
          <a:chExt cx="0" cy="0"/>
        </a:xfrm>
      </p:grpSpPr>
      <p:sp>
        <p:nvSpPr>
          <p:cNvPr id="178" name="Google Shape;178;p25"/>
          <p:cNvSpPr/>
          <p:nvPr/>
        </p:nvSpPr>
        <p:spPr>
          <a:xfrm>
            <a:off x="0" y="4608578"/>
            <a:ext cx="9143969" cy="534926"/>
          </a:xfrm>
          <a:custGeom>
            <a:avLst/>
            <a:gdLst/>
            <a:ahLst/>
            <a:cxnLst/>
            <a:rect l="l" t="t" r="r" b="b"/>
            <a:pathLst>
              <a:path w="104184" h="23087" extrusionOk="0">
                <a:moveTo>
                  <a:pt x="0" y="1"/>
                </a:moveTo>
                <a:lnTo>
                  <a:pt x="0" y="23086"/>
                </a:lnTo>
                <a:lnTo>
                  <a:pt x="104184" y="23086"/>
                </a:lnTo>
                <a:lnTo>
                  <a:pt x="10418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5"/>
          <p:cNvSpPr/>
          <p:nvPr/>
        </p:nvSpPr>
        <p:spPr>
          <a:xfrm>
            <a:off x="0" y="4811179"/>
            <a:ext cx="9143969" cy="332327"/>
          </a:xfrm>
          <a:custGeom>
            <a:avLst/>
            <a:gdLst/>
            <a:ahLst/>
            <a:cxnLst/>
            <a:rect l="l" t="t" r="r" b="b"/>
            <a:pathLst>
              <a:path w="104184" h="14343" extrusionOk="0">
                <a:moveTo>
                  <a:pt x="0" y="1"/>
                </a:moveTo>
                <a:lnTo>
                  <a:pt x="0" y="14342"/>
                </a:lnTo>
                <a:lnTo>
                  <a:pt x="104184" y="14342"/>
                </a:lnTo>
                <a:lnTo>
                  <a:pt x="104184" y="1"/>
                </a:lnTo>
                <a:cubicBezTo>
                  <a:pt x="97344" y="6862"/>
                  <a:pt x="76610" y="11850"/>
                  <a:pt x="52093" y="11850"/>
                </a:cubicBezTo>
                <a:cubicBezTo>
                  <a:pt x="27576" y="11850"/>
                  <a:pt x="6843" y="6862"/>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0" name="Google Shape;180;p25"/>
          <p:cNvGrpSpPr/>
          <p:nvPr/>
        </p:nvGrpSpPr>
        <p:grpSpPr>
          <a:xfrm>
            <a:off x="445203" y="3409046"/>
            <a:ext cx="536053" cy="1199538"/>
            <a:chOff x="6713422" y="2277961"/>
            <a:chExt cx="394563" cy="882857"/>
          </a:xfrm>
        </p:grpSpPr>
        <p:sp>
          <p:nvSpPr>
            <p:cNvPr id="181" name="Google Shape;181;p25"/>
            <p:cNvSpPr/>
            <p:nvPr/>
          </p:nvSpPr>
          <p:spPr>
            <a:xfrm>
              <a:off x="6713422" y="2277961"/>
              <a:ext cx="394563" cy="601531"/>
            </a:xfrm>
            <a:custGeom>
              <a:avLst/>
              <a:gdLst/>
              <a:ahLst/>
              <a:cxnLst/>
              <a:rect l="l" t="t" r="r" b="b"/>
              <a:pathLst>
                <a:path w="12056" h="18380" extrusionOk="0">
                  <a:moveTo>
                    <a:pt x="6029" y="0"/>
                  </a:moveTo>
                  <a:cubicBezTo>
                    <a:pt x="2700" y="0"/>
                    <a:pt x="0" y="9023"/>
                    <a:pt x="0" y="12350"/>
                  </a:cubicBezTo>
                  <a:cubicBezTo>
                    <a:pt x="0" y="15679"/>
                    <a:pt x="2700" y="18379"/>
                    <a:pt x="6029" y="18379"/>
                  </a:cubicBezTo>
                  <a:cubicBezTo>
                    <a:pt x="9358" y="18379"/>
                    <a:pt x="12056" y="15679"/>
                    <a:pt x="12056" y="12350"/>
                  </a:cubicBezTo>
                  <a:cubicBezTo>
                    <a:pt x="12056" y="9023"/>
                    <a:pt x="9358" y="0"/>
                    <a:pt x="60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5"/>
            <p:cNvSpPr/>
            <p:nvPr/>
          </p:nvSpPr>
          <p:spPr>
            <a:xfrm>
              <a:off x="6899282" y="2582327"/>
              <a:ext cx="22844" cy="578491"/>
            </a:xfrm>
            <a:custGeom>
              <a:avLst/>
              <a:gdLst/>
              <a:ahLst/>
              <a:cxnLst/>
              <a:rect l="l" t="t" r="r" b="b"/>
              <a:pathLst>
                <a:path w="698" h="17676" extrusionOk="0">
                  <a:moveTo>
                    <a:pt x="350" y="0"/>
                  </a:moveTo>
                  <a:cubicBezTo>
                    <a:pt x="157" y="0"/>
                    <a:pt x="0" y="157"/>
                    <a:pt x="0" y="348"/>
                  </a:cubicBezTo>
                  <a:lnTo>
                    <a:pt x="0" y="17327"/>
                  </a:lnTo>
                  <a:cubicBezTo>
                    <a:pt x="0" y="17520"/>
                    <a:pt x="157" y="17675"/>
                    <a:pt x="350" y="17675"/>
                  </a:cubicBezTo>
                  <a:cubicBezTo>
                    <a:pt x="541" y="17675"/>
                    <a:pt x="698" y="17520"/>
                    <a:pt x="698" y="17327"/>
                  </a:cubicBezTo>
                  <a:lnTo>
                    <a:pt x="698" y="348"/>
                  </a:lnTo>
                  <a:cubicBezTo>
                    <a:pt x="698" y="157"/>
                    <a:pt x="541" y="0"/>
                    <a:pt x="3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5"/>
            <p:cNvSpPr/>
            <p:nvPr/>
          </p:nvSpPr>
          <p:spPr>
            <a:xfrm>
              <a:off x="6824401" y="2736473"/>
              <a:ext cx="98870" cy="95532"/>
            </a:xfrm>
            <a:custGeom>
              <a:avLst/>
              <a:gdLst/>
              <a:ahLst/>
              <a:cxnLst/>
              <a:rect l="l" t="t" r="r" b="b"/>
              <a:pathLst>
                <a:path w="3021" h="2919" extrusionOk="0">
                  <a:moveTo>
                    <a:pt x="382" y="1"/>
                  </a:moveTo>
                  <a:cubicBezTo>
                    <a:pt x="293" y="1"/>
                    <a:pt x="204" y="35"/>
                    <a:pt x="135" y="104"/>
                  </a:cubicBezTo>
                  <a:cubicBezTo>
                    <a:pt x="0" y="242"/>
                    <a:pt x="2" y="463"/>
                    <a:pt x="140" y="598"/>
                  </a:cubicBezTo>
                  <a:lnTo>
                    <a:pt x="2393" y="2819"/>
                  </a:lnTo>
                  <a:cubicBezTo>
                    <a:pt x="2460" y="2886"/>
                    <a:pt x="2550" y="2918"/>
                    <a:pt x="2638" y="2918"/>
                  </a:cubicBezTo>
                  <a:cubicBezTo>
                    <a:pt x="2728" y="2918"/>
                    <a:pt x="2818" y="2884"/>
                    <a:pt x="2885" y="2815"/>
                  </a:cubicBezTo>
                  <a:cubicBezTo>
                    <a:pt x="3020" y="2678"/>
                    <a:pt x="3018" y="2457"/>
                    <a:pt x="2883" y="2322"/>
                  </a:cubicBezTo>
                  <a:lnTo>
                    <a:pt x="627" y="100"/>
                  </a:lnTo>
                  <a:cubicBezTo>
                    <a:pt x="559" y="34"/>
                    <a:pt x="471" y="1"/>
                    <a:pt x="3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5"/>
            <p:cNvSpPr/>
            <p:nvPr/>
          </p:nvSpPr>
          <p:spPr>
            <a:xfrm>
              <a:off x="6898202" y="2655113"/>
              <a:ext cx="75502" cy="73473"/>
            </a:xfrm>
            <a:custGeom>
              <a:avLst/>
              <a:gdLst/>
              <a:ahLst/>
              <a:cxnLst/>
              <a:rect l="l" t="t" r="r" b="b"/>
              <a:pathLst>
                <a:path w="2307" h="2245" extrusionOk="0">
                  <a:moveTo>
                    <a:pt x="1923" y="1"/>
                  </a:moveTo>
                  <a:cubicBezTo>
                    <a:pt x="1834" y="1"/>
                    <a:pt x="1744" y="35"/>
                    <a:pt x="1675" y="103"/>
                  </a:cubicBezTo>
                  <a:lnTo>
                    <a:pt x="136" y="1650"/>
                  </a:lnTo>
                  <a:cubicBezTo>
                    <a:pt x="1" y="1788"/>
                    <a:pt x="1" y="2009"/>
                    <a:pt x="136" y="2144"/>
                  </a:cubicBezTo>
                  <a:cubicBezTo>
                    <a:pt x="205" y="2211"/>
                    <a:pt x="293" y="2245"/>
                    <a:pt x="383" y="2245"/>
                  </a:cubicBezTo>
                  <a:cubicBezTo>
                    <a:pt x="471" y="2245"/>
                    <a:pt x="561" y="2211"/>
                    <a:pt x="630" y="2142"/>
                  </a:cubicBezTo>
                  <a:lnTo>
                    <a:pt x="2169" y="594"/>
                  </a:lnTo>
                  <a:cubicBezTo>
                    <a:pt x="2306" y="459"/>
                    <a:pt x="2304" y="238"/>
                    <a:pt x="2169" y="103"/>
                  </a:cubicBezTo>
                  <a:cubicBezTo>
                    <a:pt x="2100" y="34"/>
                    <a:pt x="2012" y="1"/>
                    <a:pt x="19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5"/>
            <p:cNvSpPr/>
            <p:nvPr/>
          </p:nvSpPr>
          <p:spPr>
            <a:xfrm>
              <a:off x="6897940" y="2919583"/>
              <a:ext cx="86695" cy="73768"/>
            </a:xfrm>
            <a:custGeom>
              <a:avLst/>
              <a:gdLst/>
              <a:ahLst/>
              <a:cxnLst/>
              <a:rect l="l" t="t" r="r" b="b"/>
              <a:pathLst>
                <a:path w="2649" h="2254" extrusionOk="0">
                  <a:moveTo>
                    <a:pt x="2257" y="0"/>
                  </a:moveTo>
                  <a:cubicBezTo>
                    <a:pt x="2179" y="0"/>
                    <a:pt x="2100" y="27"/>
                    <a:pt x="2035" y="81"/>
                  </a:cubicBezTo>
                  <a:lnTo>
                    <a:pt x="168" y="1637"/>
                  </a:lnTo>
                  <a:cubicBezTo>
                    <a:pt x="20" y="1760"/>
                    <a:pt x="0" y="1979"/>
                    <a:pt x="123" y="2127"/>
                  </a:cubicBezTo>
                  <a:cubicBezTo>
                    <a:pt x="191" y="2210"/>
                    <a:pt x="290" y="2253"/>
                    <a:pt x="391" y="2253"/>
                  </a:cubicBezTo>
                  <a:cubicBezTo>
                    <a:pt x="468" y="2253"/>
                    <a:pt x="548" y="2225"/>
                    <a:pt x="614" y="2172"/>
                  </a:cubicBezTo>
                  <a:lnTo>
                    <a:pt x="2481" y="616"/>
                  </a:lnTo>
                  <a:cubicBezTo>
                    <a:pt x="2630" y="493"/>
                    <a:pt x="2649" y="272"/>
                    <a:pt x="2527" y="126"/>
                  </a:cubicBezTo>
                  <a:cubicBezTo>
                    <a:pt x="2457" y="43"/>
                    <a:pt x="2357" y="0"/>
                    <a:pt x="22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5"/>
            <p:cNvSpPr/>
            <p:nvPr/>
          </p:nvSpPr>
          <p:spPr>
            <a:xfrm>
              <a:off x="6981591" y="2707084"/>
              <a:ext cx="45328" cy="45328"/>
            </a:xfrm>
            <a:custGeom>
              <a:avLst/>
              <a:gdLst/>
              <a:ahLst/>
              <a:cxnLst/>
              <a:rect l="l" t="t" r="r" b="b"/>
              <a:pathLst>
                <a:path w="1385" h="1385" extrusionOk="0">
                  <a:moveTo>
                    <a:pt x="692" y="0"/>
                  </a:moveTo>
                  <a:cubicBezTo>
                    <a:pt x="310" y="0"/>
                    <a:pt x="1" y="309"/>
                    <a:pt x="1" y="691"/>
                  </a:cubicBezTo>
                  <a:cubicBezTo>
                    <a:pt x="1" y="1073"/>
                    <a:pt x="310" y="1384"/>
                    <a:pt x="692" y="1384"/>
                  </a:cubicBezTo>
                  <a:cubicBezTo>
                    <a:pt x="1074" y="1384"/>
                    <a:pt x="1385" y="1073"/>
                    <a:pt x="1385" y="691"/>
                  </a:cubicBezTo>
                  <a:cubicBezTo>
                    <a:pt x="1385" y="309"/>
                    <a:pt x="1074" y="0"/>
                    <a:pt x="6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5"/>
            <p:cNvSpPr/>
            <p:nvPr/>
          </p:nvSpPr>
          <p:spPr>
            <a:xfrm>
              <a:off x="6762382" y="2585403"/>
              <a:ext cx="92161" cy="92259"/>
            </a:xfrm>
            <a:custGeom>
              <a:avLst/>
              <a:gdLst/>
              <a:ahLst/>
              <a:cxnLst/>
              <a:rect l="l" t="t" r="r" b="b"/>
              <a:pathLst>
                <a:path w="2816" h="2819" extrusionOk="0">
                  <a:moveTo>
                    <a:pt x="1408" y="1"/>
                  </a:moveTo>
                  <a:cubicBezTo>
                    <a:pt x="629" y="1"/>
                    <a:pt x="0" y="632"/>
                    <a:pt x="0" y="1409"/>
                  </a:cubicBezTo>
                  <a:cubicBezTo>
                    <a:pt x="0" y="2188"/>
                    <a:pt x="629" y="2819"/>
                    <a:pt x="1408" y="2819"/>
                  </a:cubicBezTo>
                  <a:cubicBezTo>
                    <a:pt x="2185" y="2819"/>
                    <a:pt x="2816" y="2188"/>
                    <a:pt x="2816" y="1409"/>
                  </a:cubicBezTo>
                  <a:cubicBezTo>
                    <a:pt x="2816" y="632"/>
                    <a:pt x="2185" y="1"/>
                    <a:pt x="140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188"/>
        <p:cNvGrpSpPr/>
        <p:nvPr/>
      </p:nvGrpSpPr>
      <p:grpSpPr>
        <a:xfrm>
          <a:off x="0" y="0"/>
          <a:ext cx="0" cy="0"/>
          <a:chOff x="0" y="0"/>
          <a:chExt cx="0" cy="0"/>
        </a:xfrm>
      </p:grpSpPr>
      <p:sp>
        <p:nvSpPr>
          <p:cNvPr id="189" name="Google Shape;189;p26"/>
          <p:cNvSpPr/>
          <p:nvPr/>
        </p:nvSpPr>
        <p:spPr>
          <a:xfrm>
            <a:off x="0" y="4608578"/>
            <a:ext cx="9143969" cy="534926"/>
          </a:xfrm>
          <a:custGeom>
            <a:avLst/>
            <a:gdLst/>
            <a:ahLst/>
            <a:cxnLst/>
            <a:rect l="l" t="t" r="r" b="b"/>
            <a:pathLst>
              <a:path w="104184" h="23087" extrusionOk="0">
                <a:moveTo>
                  <a:pt x="0" y="1"/>
                </a:moveTo>
                <a:lnTo>
                  <a:pt x="0" y="23086"/>
                </a:lnTo>
                <a:lnTo>
                  <a:pt x="104184" y="23086"/>
                </a:lnTo>
                <a:lnTo>
                  <a:pt x="10418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6"/>
          <p:cNvSpPr/>
          <p:nvPr/>
        </p:nvSpPr>
        <p:spPr>
          <a:xfrm>
            <a:off x="0" y="4811179"/>
            <a:ext cx="9143969" cy="332327"/>
          </a:xfrm>
          <a:custGeom>
            <a:avLst/>
            <a:gdLst/>
            <a:ahLst/>
            <a:cxnLst/>
            <a:rect l="l" t="t" r="r" b="b"/>
            <a:pathLst>
              <a:path w="104184" h="14343" extrusionOk="0">
                <a:moveTo>
                  <a:pt x="0" y="1"/>
                </a:moveTo>
                <a:lnTo>
                  <a:pt x="0" y="14342"/>
                </a:lnTo>
                <a:lnTo>
                  <a:pt x="104184" y="14342"/>
                </a:lnTo>
                <a:lnTo>
                  <a:pt x="104184" y="1"/>
                </a:lnTo>
                <a:cubicBezTo>
                  <a:pt x="97344" y="6862"/>
                  <a:pt x="76610" y="11850"/>
                  <a:pt x="52093" y="11850"/>
                </a:cubicBezTo>
                <a:cubicBezTo>
                  <a:pt x="27576" y="11850"/>
                  <a:pt x="6843" y="6862"/>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1" name="Google Shape;191;p26"/>
          <p:cNvGrpSpPr/>
          <p:nvPr/>
        </p:nvGrpSpPr>
        <p:grpSpPr>
          <a:xfrm>
            <a:off x="7805603" y="2231229"/>
            <a:ext cx="1250346" cy="2377337"/>
            <a:chOff x="5897775" y="1333325"/>
            <a:chExt cx="1480050" cy="2830500"/>
          </a:xfrm>
        </p:grpSpPr>
        <p:sp>
          <p:nvSpPr>
            <p:cNvPr id="192" name="Google Shape;192;p26"/>
            <p:cNvSpPr/>
            <p:nvPr/>
          </p:nvSpPr>
          <p:spPr>
            <a:xfrm>
              <a:off x="6548175" y="2168075"/>
              <a:ext cx="205975" cy="1995750"/>
            </a:xfrm>
            <a:custGeom>
              <a:avLst/>
              <a:gdLst/>
              <a:ahLst/>
              <a:cxnLst/>
              <a:rect l="l" t="t" r="r" b="b"/>
              <a:pathLst>
                <a:path w="8239" h="79830" extrusionOk="0">
                  <a:moveTo>
                    <a:pt x="2358" y="1"/>
                  </a:moveTo>
                  <a:lnTo>
                    <a:pt x="1" y="79830"/>
                  </a:lnTo>
                  <a:lnTo>
                    <a:pt x="8238" y="79830"/>
                  </a:lnTo>
                  <a:lnTo>
                    <a:pt x="58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6"/>
            <p:cNvSpPr/>
            <p:nvPr/>
          </p:nvSpPr>
          <p:spPr>
            <a:xfrm>
              <a:off x="6651800" y="2168075"/>
              <a:ext cx="102350" cy="1995750"/>
            </a:xfrm>
            <a:custGeom>
              <a:avLst/>
              <a:gdLst/>
              <a:ahLst/>
              <a:cxnLst/>
              <a:rect l="l" t="t" r="r" b="b"/>
              <a:pathLst>
                <a:path w="4094" h="79830" extrusionOk="0">
                  <a:moveTo>
                    <a:pt x="1186" y="1"/>
                  </a:moveTo>
                  <a:lnTo>
                    <a:pt x="0" y="79830"/>
                  </a:lnTo>
                  <a:lnTo>
                    <a:pt x="4093" y="79830"/>
                  </a:lnTo>
                  <a:lnTo>
                    <a:pt x="17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6"/>
            <p:cNvSpPr/>
            <p:nvPr/>
          </p:nvSpPr>
          <p:spPr>
            <a:xfrm>
              <a:off x="6616450" y="2113175"/>
              <a:ext cx="761375" cy="463150"/>
            </a:xfrm>
            <a:custGeom>
              <a:avLst/>
              <a:gdLst/>
              <a:ahLst/>
              <a:cxnLst/>
              <a:rect l="l" t="t" r="r" b="b"/>
              <a:pathLst>
                <a:path w="30455" h="18526" extrusionOk="0">
                  <a:moveTo>
                    <a:pt x="1253" y="0"/>
                  </a:moveTo>
                  <a:lnTo>
                    <a:pt x="1" y="2453"/>
                  </a:lnTo>
                  <a:lnTo>
                    <a:pt x="28939" y="18526"/>
                  </a:lnTo>
                  <a:cubicBezTo>
                    <a:pt x="28939" y="18526"/>
                    <a:pt x="30455" y="13993"/>
                    <a:pt x="22825" y="10098"/>
                  </a:cubicBezTo>
                  <a:cubicBezTo>
                    <a:pt x="19369" y="8479"/>
                    <a:pt x="1253" y="0"/>
                    <a:pt x="12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6"/>
            <p:cNvSpPr/>
            <p:nvPr/>
          </p:nvSpPr>
          <p:spPr>
            <a:xfrm>
              <a:off x="6633850" y="2113175"/>
              <a:ext cx="743975" cy="463150"/>
            </a:xfrm>
            <a:custGeom>
              <a:avLst/>
              <a:gdLst/>
              <a:ahLst/>
              <a:cxnLst/>
              <a:rect l="l" t="t" r="r" b="b"/>
              <a:pathLst>
                <a:path w="29759" h="18526" extrusionOk="0">
                  <a:moveTo>
                    <a:pt x="557" y="0"/>
                  </a:moveTo>
                  <a:lnTo>
                    <a:pt x="0" y="1091"/>
                  </a:lnTo>
                  <a:cubicBezTo>
                    <a:pt x="2571" y="2299"/>
                    <a:pt x="18043" y="9541"/>
                    <a:pt x="21206" y="11020"/>
                  </a:cubicBezTo>
                  <a:cubicBezTo>
                    <a:pt x="26229" y="13583"/>
                    <a:pt x="27291" y="16432"/>
                    <a:pt x="27423" y="18072"/>
                  </a:cubicBezTo>
                  <a:lnTo>
                    <a:pt x="28243" y="18526"/>
                  </a:lnTo>
                  <a:cubicBezTo>
                    <a:pt x="28243" y="18526"/>
                    <a:pt x="29759" y="13993"/>
                    <a:pt x="22129" y="10098"/>
                  </a:cubicBezTo>
                  <a:cubicBezTo>
                    <a:pt x="18673" y="8479"/>
                    <a:pt x="557" y="0"/>
                    <a:pt x="55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6"/>
            <p:cNvSpPr/>
            <p:nvPr/>
          </p:nvSpPr>
          <p:spPr>
            <a:xfrm>
              <a:off x="5897775" y="2118475"/>
              <a:ext cx="771975" cy="412850"/>
            </a:xfrm>
            <a:custGeom>
              <a:avLst/>
              <a:gdLst/>
              <a:ahLst/>
              <a:cxnLst/>
              <a:rect l="l" t="t" r="r" b="b"/>
              <a:pathLst>
                <a:path w="30879" h="16514" extrusionOk="0">
                  <a:moveTo>
                    <a:pt x="29553" y="0"/>
                  </a:moveTo>
                  <a:lnTo>
                    <a:pt x="0" y="14916"/>
                  </a:lnTo>
                  <a:cubicBezTo>
                    <a:pt x="0" y="14916"/>
                    <a:pt x="1219" y="16514"/>
                    <a:pt x="4122" y="16514"/>
                  </a:cubicBezTo>
                  <a:cubicBezTo>
                    <a:pt x="5696" y="16514"/>
                    <a:pt x="7766" y="16044"/>
                    <a:pt x="10405" y="14594"/>
                  </a:cubicBezTo>
                  <a:cubicBezTo>
                    <a:pt x="13686" y="12646"/>
                    <a:pt x="30879" y="2417"/>
                    <a:pt x="30879" y="2417"/>
                  </a:cubicBezTo>
                  <a:lnTo>
                    <a:pt x="295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6"/>
            <p:cNvSpPr/>
            <p:nvPr/>
          </p:nvSpPr>
          <p:spPr>
            <a:xfrm>
              <a:off x="5897775" y="2151050"/>
              <a:ext cx="771975" cy="380275"/>
            </a:xfrm>
            <a:custGeom>
              <a:avLst/>
              <a:gdLst/>
              <a:ahLst/>
              <a:cxnLst/>
              <a:rect l="l" t="t" r="r" b="b"/>
              <a:pathLst>
                <a:path w="30879" h="15211" extrusionOk="0">
                  <a:moveTo>
                    <a:pt x="30264" y="1"/>
                  </a:moveTo>
                  <a:cubicBezTo>
                    <a:pt x="28169" y="1246"/>
                    <a:pt x="13092" y="10216"/>
                    <a:pt x="10039" y="12032"/>
                  </a:cubicBezTo>
                  <a:cubicBezTo>
                    <a:pt x="7403" y="13478"/>
                    <a:pt x="5335" y="13946"/>
                    <a:pt x="3761" y="13946"/>
                  </a:cubicBezTo>
                  <a:cubicBezTo>
                    <a:pt x="2411" y="13946"/>
                    <a:pt x="1424" y="13601"/>
                    <a:pt x="754" y="13232"/>
                  </a:cubicBezTo>
                  <a:lnTo>
                    <a:pt x="0" y="13613"/>
                  </a:lnTo>
                  <a:cubicBezTo>
                    <a:pt x="0" y="13613"/>
                    <a:pt x="1219" y="15211"/>
                    <a:pt x="4122" y="15211"/>
                  </a:cubicBezTo>
                  <a:cubicBezTo>
                    <a:pt x="5696" y="15211"/>
                    <a:pt x="7766" y="14741"/>
                    <a:pt x="10405" y="13291"/>
                  </a:cubicBezTo>
                  <a:cubicBezTo>
                    <a:pt x="13686" y="11343"/>
                    <a:pt x="30879" y="1114"/>
                    <a:pt x="30879" y="1114"/>
                  </a:cubicBezTo>
                  <a:lnTo>
                    <a:pt x="302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6"/>
            <p:cNvSpPr/>
            <p:nvPr/>
          </p:nvSpPr>
          <p:spPr>
            <a:xfrm>
              <a:off x="6592650" y="1333325"/>
              <a:ext cx="118300" cy="827100"/>
            </a:xfrm>
            <a:custGeom>
              <a:avLst/>
              <a:gdLst/>
              <a:ahLst/>
              <a:cxnLst/>
              <a:rect l="l" t="t" r="r" b="b"/>
              <a:pathLst>
                <a:path w="4732" h="33084" extrusionOk="0">
                  <a:moveTo>
                    <a:pt x="4731" y="1"/>
                  </a:moveTo>
                  <a:cubicBezTo>
                    <a:pt x="4731" y="1"/>
                    <a:pt x="1" y="719"/>
                    <a:pt x="1" y="9286"/>
                  </a:cubicBezTo>
                  <a:cubicBezTo>
                    <a:pt x="133" y="13093"/>
                    <a:pt x="828" y="33083"/>
                    <a:pt x="828" y="33083"/>
                  </a:cubicBezTo>
                  <a:lnTo>
                    <a:pt x="3582" y="33083"/>
                  </a:lnTo>
                  <a:lnTo>
                    <a:pt x="473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6"/>
            <p:cNvSpPr/>
            <p:nvPr/>
          </p:nvSpPr>
          <p:spPr>
            <a:xfrm>
              <a:off x="6592650" y="1333325"/>
              <a:ext cx="118300" cy="827100"/>
            </a:xfrm>
            <a:custGeom>
              <a:avLst/>
              <a:gdLst/>
              <a:ahLst/>
              <a:cxnLst/>
              <a:rect l="l" t="t" r="r" b="b"/>
              <a:pathLst>
                <a:path w="4732" h="33084" extrusionOk="0">
                  <a:moveTo>
                    <a:pt x="4731" y="1"/>
                  </a:moveTo>
                  <a:cubicBezTo>
                    <a:pt x="4731" y="1"/>
                    <a:pt x="1" y="719"/>
                    <a:pt x="1" y="9286"/>
                  </a:cubicBezTo>
                  <a:cubicBezTo>
                    <a:pt x="133" y="13093"/>
                    <a:pt x="828" y="33083"/>
                    <a:pt x="828" y="33083"/>
                  </a:cubicBezTo>
                  <a:lnTo>
                    <a:pt x="1934" y="33083"/>
                  </a:lnTo>
                  <a:cubicBezTo>
                    <a:pt x="1934" y="33083"/>
                    <a:pt x="1238" y="13093"/>
                    <a:pt x="1107" y="9286"/>
                  </a:cubicBezTo>
                  <a:cubicBezTo>
                    <a:pt x="1107" y="3428"/>
                    <a:pt x="3318" y="1246"/>
                    <a:pt x="4717" y="447"/>
                  </a:cubicBezTo>
                  <a:lnTo>
                    <a:pt x="473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6"/>
            <p:cNvSpPr/>
            <p:nvPr/>
          </p:nvSpPr>
          <p:spPr>
            <a:xfrm>
              <a:off x="6551825" y="2059525"/>
              <a:ext cx="198650" cy="198650"/>
            </a:xfrm>
            <a:custGeom>
              <a:avLst/>
              <a:gdLst/>
              <a:ahLst/>
              <a:cxnLst/>
              <a:rect l="l" t="t" r="r" b="b"/>
              <a:pathLst>
                <a:path w="7946" h="7946" extrusionOk="0">
                  <a:moveTo>
                    <a:pt x="3977" y="1"/>
                  </a:moveTo>
                  <a:cubicBezTo>
                    <a:pt x="1780" y="1"/>
                    <a:pt x="1" y="1780"/>
                    <a:pt x="1" y="3977"/>
                  </a:cubicBezTo>
                  <a:cubicBezTo>
                    <a:pt x="1" y="6166"/>
                    <a:pt x="1780" y="7945"/>
                    <a:pt x="3977" y="7945"/>
                  </a:cubicBezTo>
                  <a:cubicBezTo>
                    <a:pt x="6166" y="7945"/>
                    <a:pt x="7946" y="6166"/>
                    <a:pt x="7946" y="3977"/>
                  </a:cubicBezTo>
                  <a:cubicBezTo>
                    <a:pt x="7946" y="1780"/>
                    <a:pt x="6166" y="1"/>
                    <a:pt x="397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6"/>
            <p:cNvSpPr/>
            <p:nvPr/>
          </p:nvSpPr>
          <p:spPr>
            <a:xfrm>
              <a:off x="6602000" y="2109700"/>
              <a:ext cx="98500" cy="98325"/>
            </a:xfrm>
            <a:custGeom>
              <a:avLst/>
              <a:gdLst/>
              <a:ahLst/>
              <a:cxnLst/>
              <a:rect l="l" t="t" r="r" b="b"/>
              <a:pathLst>
                <a:path w="3940" h="3933" extrusionOk="0">
                  <a:moveTo>
                    <a:pt x="1970" y="0"/>
                  </a:moveTo>
                  <a:cubicBezTo>
                    <a:pt x="879" y="0"/>
                    <a:pt x="0" y="879"/>
                    <a:pt x="0" y="1970"/>
                  </a:cubicBezTo>
                  <a:cubicBezTo>
                    <a:pt x="0" y="3053"/>
                    <a:pt x="879" y="3932"/>
                    <a:pt x="1970" y="3932"/>
                  </a:cubicBezTo>
                  <a:cubicBezTo>
                    <a:pt x="3054" y="3932"/>
                    <a:pt x="3940" y="3053"/>
                    <a:pt x="3940" y="1970"/>
                  </a:cubicBezTo>
                  <a:cubicBezTo>
                    <a:pt x="3940" y="879"/>
                    <a:pt x="3054" y="0"/>
                    <a:pt x="19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tx1">
            <a:lumMod val="10000"/>
            <a:lumOff val="90000"/>
          </a:scheme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1pPr>
            <a:lvl2pPr lvl="1"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2pPr>
            <a:lvl3pPr lvl="2"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3pPr>
            <a:lvl4pPr lvl="3"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4pPr>
            <a:lvl5pPr lvl="4"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5pPr>
            <a:lvl6pPr lvl="5"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6pPr>
            <a:lvl7pPr lvl="6"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7pPr>
            <a:lvl8pPr lvl="7"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8pPr>
            <a:lvl9pPr lvl="8"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9pPr>
          </a:lstStyle>
          <a:p>
            <a:endParaRPr/>
          </a:p>
        </p:txBody>
      </p:sp>
      <p:sp>
        <p:nvSpPr>
          <p:cNvPr id="7" name="Google Shape;7;p1"/>
          <p:cNvSpPr txBox="1">
            <a:spLocks noGrp="1"/>
          </p:cNvSpPr>
          <p:nvPr>
            <p:ph type="body" idx="1"/>
          </p:nvPr>
        </p:nvSpPr>
        <p:spPr>
          <a:xfrm>
            <a:off x="713400" y="11921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marL="914400" lvl="1"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marL="1371600" lvl="2"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marL="1828800" lvl="3"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marL="2286000" lvl="4"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marL="2743200" lvl="5"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marL="3200400" lvl="6"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marL="3657600" lvl="7"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marL="4114800" lvl="8"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5" r:id="rId6"/>
    <p:sldLayoutId id="2147483658" r:id="rId7"/>
    <p:sldLayoutId id="2147483659" r:id="rId8"/>
    <p:sldLayoutId id="2147483662" r:id="rId9"/>
    <p:sldLayoutId id="2147483666" r:id="rId10"/>
    <p:sldLayoutId id="2147483671" r:id="rId11"/>
    <p:sldLayoutId id="2147483672"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9.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xml"/><Relationship Id="rId5" Type="http://schemas.openxmlformats.org/officeDocument/2006/relationships/image" Target="../media/image42.png"/><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2" name="Immagine 1">
            <a:extLst>
              <a:ext uri="{FF2B5EF4-FFF2-40B4-BE49-F238E27FC236}">
                <a16:creationId xmlns:a16="http://schemas.microsoft.com/office/drawing/2014/main" id="{A53D2EC7-61BA-885D-6B79-0BE2197B46A8}"/>
              </a:ext>
            </a:extLst>
          </p:cNvPr>
          <p:cNvPicPr>
            <a:picLocks noChangeAspect="1"/>
          </p:cNvPicPr>
          <p:nvPr/>
        </p:nvPicPr>
        <p:blipFill>
          <a:blip r:embed="rId3">
            <a:alphaModFix amt="37000"/>
          </a:blip>
          <a:stretch>
            <a:fillRect/>
          </a:stretch>
        </p:blipFill>
        <p:spPr>
          <a:xfrm>
            <a:off x="330012" y="-18078"/>
            <a:ext cx="8899814" cy="4742156"/>
          </a:xfrm>
          <a:prstGeom prst="rect">
            <a:avLst/>
          </a:prstGeom>
          <a:effectLst>
            <a:reflection endPos="0" dist="50800" dir="5400000" sy="-100000" algn="bl" rotWithShape="0"/>
          </a:effectLst>
        </p:spPr>
      </p:pic>
      <p:sp>
        <p:nvSpPr>
          <p:cNvPr id="212" name="Google Shape;212;p30"/>
          <p:cNvSpPr txBox="1">
            <a:spLocks noGrp="1"/>
          </p:cNvSpPr>
          <p:nvPr>
            <p:ph type="ctrTitle"/>
          </p:nvPr>
        </p:nvSpPr>
        <p:spPr>
          <a:xfrm>
            <a:off x="439728" y="862552"/>
            <a:ext cx="6198086" cy="2103000"/>
          </a:xfrm>
          <a:prstGeom prst="rect">
            <a:avLst/>
          </a:prstGeom>
        </p:spPr>
        <p:txBody>
          <a:bodyPr spcFirstLastPara="1" wrap="square" lIns="91425" tIns="91425" rIns="91425" bIns="91425" anchor="b" anchorCtr="0">
            <a:noAutofit/>
          </a:bodyPr>
          <a:lstStyle/>
          <a:p>
            <a:pPr algn="l" fontAlgn="base"/>
            <a:r>
              <a:rPr lang="fi-FI" b="1" i="0" dirty="0">
                <a:solidFill>
                  <a:srgbClr val="202124"/>
                </a:solidFill>
                <a:effectLst/>
                <a:latin typeface="zeitung"/>
              </a:rPr>
              <a:t>Global Data on Sustainable Energy</a:t>
            </a:r>
            <a:br>
              <a:rPr lang="fi-FI" b="1" i="0" dirty="0">
                <a:solidFill>
                  <a:srgbClr val="202124"/>
                </a:solidFill>
                <a:effectLst/>
                <a:latin typeface="zeitung"/>
              </a:rPr>
            </a:br>
            <a:r>
              <a:rPr lang="fi-FI" sz="3200" b="1" i="1" dirty="0">
                <a:solidFill>
                  <a:srgbClr val="202124"/>
                </a:solidFill>
                <a:effectLst/>
                <a:latin typeface="zeitung"/>
              </a:rPr>
              <a:t>(2000-2020)</a:t>
            </a:r>
            <a:endParaRPr lang="fi-FI" b="1" i="1" dirty="0">
              <a:solidFill>
                <a:srgbClr val="202124"/>
              </a:solidFill>
              <a:effectLst/>
              <a:latin typeface="zeitung"/>
            </a:endParaRPr>
          </a:p>
        </p:txBody>
      </p:sp>
      <p:sp>
        <p:nvSpPr>
          <p:cNvPr id="213" name="Google Shape;213;p30"/>
          <p:cNvSpPr txBox="1">
            <a:spLocks noGrp="1"/>
          </p:cNvSpPr>
          <p:nvPr>
            <p:ph type="subTitle" idx="1"/>
          </p:nvPr>
        </p:nvSpPr>
        <p:spPr>
          <a:xfrm>
            <a:off x="251119" y="3852479"/>
            <a:ext cx="4528800" cy="6568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Dalia Valeria Barone    </a:t>
            </a:r>
          </a:p>
          <a:p>
            <a:pPr marL="0" lvl="0" indent="0" algn="l" rtl="0">
              <a:spcBef>
                <a:spcPts val="0"/>
              </a:spcBef>
              <a:spcAft>
                <a:spcPts val="0"/>
              </a:spcAft>
              <a:buNone/>
            </a:pPr>
            <a:r>
              <a:rPr lang="en" dirty="0"/>
              <a:t>n. matricola: 0001097620</a:t>
            </a:r>
            <a:endParaRPr dirty="0"/>
          </a:p>
        </p:txBody>
      </p:sp>
      <p:sp>
        <p:nvSpPr>
          <p:cNvPr id="214" name="Google Shape;214;p30"/>
          <p:cNvSpPr/>
          <p:nvPr/>
        </p:nvSpPr>
        <p:spPr>
          <a:xfrm>
            <a:off x="5493662" y="3063831"/>
            <a:ext cx="3089509" cy="1544738"/>
          </a:xfrm>
          <a:custGeom>
            <a:avLst/>
            <a:gdLst/>
            <a:ahLst/>
            <a:cxnLst/>
            <a:rect l="l" t="t" r="r" b="b"/>
            <a:pathLst>
              <a:path w="94401" h="47200" extrusionOk="0">
                <a:moveTo>
                  <a:pt x="47202" y="0"/>
                </a:moveTo>
                <a:cubicBezTo>
                  <a:pt x="21133" y="0"/>
                  <a:pt x="0" y="21133"/>
                  <a:pt x="0" y="47199"/>
                </a:cubicBezTo>
                <a:lnTo>
                  <a:pt x="94401" y="47199"/>
                </a:lnTo>
                <a:cubicBezTo>
                  <a:pt x="94401" y="21133"/>
                  <a:pt x="73268" y="0"/>
                  <a:pt x="472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0"/>
          <p:cNvSpPr/>
          <p:nvPr/>
        </p:nvSpPr>
        <p:spPr>
          <a:xfrm>
            <a:off x="7313027" y="392597"/>
            <a:ext cx="906079" cy="293816"/>
          </a:xfrm>
          <a:custGeom>
            <a:avLst/>
            <a:gdLst/>
            <a:ahLst/>
            <a:cxnLst/>
            <a:rect l="l" t="t" r="r" b="b"/>
            <a:pathLst>
              <a:path w="18571" h="6054" extrusionOk="0">
                <a:moveTo>
                  <a:pt x="6583" y="0"/>
                </a:moveTo>
                <a:cubicBezTo>
                  <a:pt x="4884" y="0"/>
                  <a:pt x="3180" y="1169"/>
                  <a:pt x="3443" y="4068"/>
                </a:cubicBezTo>
                <a:cubicBezTo>
                  <a:pt x="3035" y="3937"/>
                  <a:pt x="2674" y="3880"/>
                  <a:pt x="2355" y="3880"/>
                </a:cubicBezTo>
                <a:cubicBezTo>
                  <a:pt x="376" y="3880"/>
                  <a:pt x="1" y="6054"/>
                  <a:pt x="1" y="6054"/>
                </a:cubicBezTo>
                <a:lnTo>
                  <a:pt x="18570" y="6054"/>
                </a:lnTo>
                <a:cubicBezTo>
                  <a:pt x="18535" y="3360"/>
                  <a:pt x="16508" y="2880"/>
                  <a:pt x="15066" y="2880"/>
                </a:cubicBezTo>
                <a:cubicBezTo>
                  <a:pt x="14266" y="2880"/>
                  <a:pt x="13647" y="3027"/>
                  <a:pt x="13647" y="3027"/>
                </a:cubicBezTo>
                <a:cubicBezTo>
                  <a:pt x="13647" y="3027"/>
                  <a:pt x="12845" y="1525"/>
                  <a:pt x="11502" y="1525"/>
                </a:cubicBezTo>
                <a:cubicBezTo>
                  <a:pt x="10982" y="1525"/>
                  <a:pt x="10382" y="1750"/>
                  <a:pt x="9715" y="2375"/>
                </a:cubicBezTo>
                <a:cubicBezTo>
                  <a:pt x="9598" y="923"/>
                  <a:pt x="8092" y="0"/>
                  <a:pt x="65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0"/>
          <p:cNvSpPr/>
          <p:nvPr/>
        </p:nvSpPr>
        <p:spPr>
          <a:xfrm>
            <a:off x="4285264" y="243997"/>
            <a:ext cx="1081382" cy="295514"/>
          </a:xfrm>
          <a:custGeom>
            <a:avLst/>
            <a:gdLst/>
            <a:ahLst/>
            <a:cxnLst/>
            <a:rect l="l" t="t" r="r" b="b"/>
            <a:pathLst>
              <a:path w="22164" h="6089" extrusionOk="0">
                <a:moveTo>
                  <a:pt x="12226" y="1"/>
                </a:moveTo>
                <a:cubicBezTo>
                  <a:pt x="9450" y="1"/>
                  <a:pt x="6633" y="1421"/>
                  <a:pt x="6470" y="3725"/>
                </a:cubicBezTo>
                <a:cubicBezTo>
                  <a:pt x="5939" y="3511"/>
                  <a:pt x="5416" y="3420"/>
                  <a:pt x="4913" y="3420"/>
                </a:cubicBezTo>
                <a:cubicBezTo>
                  <a:pt x="2179" y="3420"/>
                  <a:pt x="1" y="6088"/>
                  <a:pt x="1" y="6088"/>
                </a:cubicBezTo>
                <a:lnTo>
                  <a:pt x="22164" y="6088"/>
                </a:lnTo>
                <a:cubicBezTo>
                  <a:pt x="22164" y="6088"/>
                  <a:pt x="21653" y="3009"/>
                  <a:pt x="19166" y="3009"/>
                </a:cubicBezTo>
                <a:cubicBezTo>
                  <a:pt x="18700" y="3009"/>
                  <a:pt x="18165" y="3117"/>
                  <a:pt x="17551" y="3373"/>
                </a:cubicBezTo>
                <a:cubicBezTo>
                  <a:pt x="16892" y="1017"/>
                  <a:pt x="14574" y="1"/>
                  <a:pt x="122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0"/>
          <p:cNvSpPr/>
          <p:nvPr/>
        </p:nvSpPr>
        <p:spPr>
          <a:xfrm>
            <a:off x="8110822" y="1248426"/>
            <a:ext cx="581138" cy="207476"/>
          </a:xfrm>
          <a:custGeom>
            <a:avLst/>
            <a:gdLst/>
            <a:ahLst/>
            <a:cxnLst/>
            <a:rect l="l" t="t" r="r" b="b"/>
            <a:pathLst>
              <a:path w="11911" h="4275" extrusionOk="0">
                <a:moveTo>
                  <a:pt x="4468" y="1"/>
                </a:moveTo>
                <a:cubicBezTo>
                  <a:pt x="2240" y="1"/>
                  <a:pt x="0" y="1251"/>
                  <a:pt x="145" y="4274"/>
                </a:cubicBezTo>
                <a:lnTo>
                  <a:pt x="11911" y="4274"/>
                </a:lnTo>
                <a:cubicBezTo>
                  <a:pt x="11911" y="4274"/>
                  <a:pt x="11645" y="1771"/>
                  <a:pt x="9608" y="1771"/>
                </a:cubicBezTo>
                <a:cubicBezTo>
                  <a:pt x="9285" y="1771"/>
                  <a:pt x="8917" y="1834"/>
                  <a:pt x="8498" y="1980"/>
                </a:cubicBezTo>
                <a:cubicBezTo>
                  <a:pt x="7888" y="740"/>
                  <a:pt x="6182" y="1"/>
                  <a:pt x="446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0"/>
          <p:cNvSpPr/>
          <p:nvPr/>
        </p:nvSpPr>
        <p:spPr>
          <a:xfrm>
            <a:off x="5720811" y="772804"/>
            <a:ext cx="718347" cy="293363"/>
          </a:xfrm>
          <a:custGeom>
            <a:avLst/>
            <a:gdLst/>
            <a:ahLst/>
            <a:cxnLst/>
            <a:rect l="l" t="t" r="r" b="b"/>
            <a:pathLst>
              <a:path w="16092" h="6611" extrusionOk="0">
                <a:moveTo>
                  <a:pt x="7528" y="1"/>
                </a:moveTo>
                <a:cubicBezTo>
                  <a:pt x="5683" y="1"/>
                  <a:pt x="3866" y="1328"/>
                  <a:pt x="3563" y="4172"/>
                </a:cubicBezTo>
                <a:cubicBezTo>
                  <a:pt x="3325" y="4117"/>
                  <a:pt x="3100" y="4091"/>
                  <a:pt x="2889" y="4091"/>
                </a:cubicBezTo>
                <a:cubicBezTo>
                  <a:pt x="777" y="4091"/>
                  <a:pt x="0" y="6610"/>
                  <a:pt x="0" y="6610"/>
                </a:cubicBezTo>
                <a:lnTo>
                  <a:pt x="16091" y="6610"/>
                </a:lnTo>
                <a:cubicBezTo>
                  <a:pt x="16091" y="6610"/>
                  <a:pt x="15302" y="3686"/>
                  <a:pt x="12799" y="3686"/>
                </a:cubicBezTo>
                <a:cubicBezTo>
                  <a:pt x="12457" y="3686"/>
                  <a:pt x="12083" y="3741"/>
                  <a:pt x="11674" y="3865"/>
                </a:cubicBezTo>
                <a:cubicBezTo>
                  <a:pt x="11284" y="1354"/>
                  <a:pt x="9392" y="1"/>
                  <a:pt x="752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0"/>
          <p:cNvSpPr/>
          <p:nvPr/>
        </p:nvSpPr>
        <p:spPr>
          <a:xfrm>
            <a:off x="6637814" y="1529949"/>
            <a:ext cx="889764" cy="270466"/>
          </a:xfrm>
          <a:custGeom>
            <a:avLst/>
            <a:gdLst/>
            <a:ahLst/>
            <a:cxnLst/>
            <a:rect l="l" t="t" r="r" b="b"/>
            <a:pathLst>
              <a:path w="19932" h="6095" extrusionOk="0">
                <a:moveTo>
                  <a:pt x="9703" y="0"/>
                </a:moveTo>
                <a:cubicBezTo>
                  <a:pt x="8185" y="0"/>
                  <a:pt x="6534" y="604"/>
                  <a:pt x="5073" y="2059"/>
                </a:cubicBezTo>
                <a:cubicBezTo>
                  <a:pt x="4625" y="1898"/>
                  <a:pt x="4201" y="1826"/>
                  <a:pt x="3805" y="1826"/>
                </a:cubicBezTo>
                <a:cubicBezTo>
                  <a:pt x="1352" y="1826"/>
                  <a:pt x="0" y="4605"/>
                  <a:pt x="1023" y="6094"/>
                </a:cubicBezTo>
                <a:lnTo>
                  <a:pt x="19931" y="6094"/>
                </a:lnTo>
                <a:cubicBezTo>
                  <a:pt x="19931" y="6094"/>
                  <a:pt x="18781" y="4082"/>
                  <a:pt x="16252" y="4082"/>
                </a:cubicBezTo>
                <a:cubicBezTo>
                  <a:pt x="15796" y="4082"/>
                  <a:pt x="15294" y="4147"/>
                  <a:pt x="14746" y="4302"/>
                </a:cubicBezTo>
                <a:cubicBezTo>
                  <a:pt x="14669" y="1896"/>
                  <a:pt x="12393" y="0"/>
                  <a:pt x="97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0"/>
          <p:cNvSpPr/>
          <p:nvPr/>
        </p:nvSpPr>
        <p:spPr>
          <a:xfrm flipH="1">
            <a:off x="436494" y="341714"/>
            <a:ext cx="1087430" cy="330461"/>
          </a:xfrm>
          <a:custGeom>
            <a:avLst/>
            <a:gdLst/>
            <a:ahLst/>
            <a:cxnLst/>
            <a:rect l="l" t="t" r="r" b="b"/>
            <a:pathLst>
              <a:path w="24360" h="7447" extrusionOk="0">
                <a:moveTo>
                  <a:pt x="12501" y="0"/>
                </a:moveTo>
                <a:cubicBezTo>
                  <a:pt x="9213" y="0"/>
                  <a:pt x="6432" y="2316"/>
                  <a:pt x="6339" y="5257"/>
                </a:cubicBezTo>
                <a:cubicBezTo>
                  <a:pt x="5669" y="5068"/>
                  <a:pt x="5056" y="4988"/>
                  <a:pt x="4499" y="4988"/>
                </a:cubicBezTo>
                <a:cubicBezTo>
                  <a:pt x="1407" y="4988"/>
                  <a:pt x="1" y="7447"/>
                  <a:pt x="1" y="7447"/>
                </a:cubicBezTo>
                <a:lnTo>
                  <a:pt x="23112" y="7447"/>
                </a:lnTo>
                <a:cubicBezTo>
                  <a:pt x="24359" y="5628"/>
                  <a:pt x="22707" y="2231"/>
                  <a:pt x="19709" y="2231"/>
                </a:cubicBezTo>
                <a:cubicBezTo>
                  <a:pt x="19226" y="2231"/>
                  <a:pt x="18707" y="2319"/>
                  <a:pt x="18160" y="2517"/>
                </a:cubicBezTo>
                <a:cubicBezTo>
                  <a:pt x="16374" y="738"/>
                  <a:pt x="14357" y="0"/>
                  <a:pt x="125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1" name="Google Shape;221;p30"/>
          <p:cNvGrpSpPr/>
          <p:nvPr/>
        </p:nvGrpSpPr>
        <p:grpSpPr>
          <a:xfrm>
            <a:off x="5500819" y="2203700"/>
            <a:ext cx="3123355" cy="2691673"/>
            <a:chOff x="5500819" y="2203700"/>
            <a:chExt cx="3123355" cy="2691673"/>
          </a:xfrm>
        </p:grpSpPr>
        <p:grpSp>
          <p:nvGrpSpPr>
            <p:cNvPr id="222" name="Google Shape;222;p30"/>
            <p:cNvGrpSpPr/>
            <p:nvPr/>
          </p:nvGrpSpPr>
          <p:grpSpPr>
            <a:xfrm>
              <a:off x="5500819" y="2203700"/>
              <a:ext cx="3123355" cy="2691673"/>
              <a:chOff x="5500819" y="2203700"/>
              <a:chExt cx="3123355" cy="2691673"/>
            </a:xfrm>
          </p:grpSpPr>
          <p:grpSp>
            <p:nvGrpSpPr>
              <p:cNvPr id="223" name="Google Shape;223;p30"/>
              <p:cNvGrpSpPr/>
              <p:nvPr/>
            </p:nvGrpSpPr>
            <p:grpSpPr>
              <a:xfrm>
                <a:off x="5500819" y="2203700"/>
                <a:ext cx="3046014" cy="2691673"/>
                <a:chOff x="4494656" y="1822700"/>
                <a:chExt cx="3046014" cy="2691673"/>
              </a:xfrm>
            </p:grpSpPr>
            <p:sp>
              <p:nvSpPr>
                <p:cNvPr id="224" name="Google Shape;224;p30"/>
                <p:cNvSpPr/>
                <p:nvPr/>
              </p:nvSpPr>
              <p:spPr>
                <a:xfrm>
                  <a:off x="5997274" y="1822700"/>
                  <a:ext cx="62248" cy="556662"/>
                </a:xfrm>
                <a:custGeom>
                  <a:avLst/>
                  <a:gdLst/>
                  <a:ahLst/>
                  <a:cxnLst/>
                  <a:rect l="l" t="t" r="r" b="b"/>
                  <a:pathLst>
                    <a:path w="1902" h="17009" extrusionOk="0">
                      <a:moveTo>
                        <a:pt x="951" y="1"/>
                      </a:moveTo>
                      <a:cubicBezTo>
                        <a:pt x="425" y="1"/>
                        <a:pt x="0" y="428"/>
                        <a:pt x="0" y="952"/>
                      </a:cubicBezTo>
                      <a:lnTo>
                        <a:pt x="0" y="16057"/>
                      </a:lnTo>
                      <a:cubicBezTo>
                        <a:pt x="0" y="16583"/>
                        <a:pt x="425" y="17008"/>
                        <a:pt x="951" y="17008"/>
                      </a:cubicBezTo>
                      <a:cubicBezTo>
                        <a:pt x="1477" y="17008"/>
                        <a:pt x="1902" y="16583"/>
                        <a:pt x="1902" y="16057"/>
                      </a:cubicBezTo>
                      <a:lnTo>
                        <a:pt x="1902" y="952"/>
                      </a:lnTo>
                      <a:cubicBezTo>
                        <a:pt x="1902" y="428"/>
                        <a:pt x="1477" y="1"/>
                        <a:pt x="9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0"/>
                <p:cNvSpPr/>
                <p:nvPr/>
              </p:nvSpPr>
              <p:spPr>
                <a:xfrm>
                  <a:off x="5880437" y="1953087"/>
                  <a:ext cx="295922" cy="147961"/>
                </a:xfrm>
                <a:custGeom>
                  <a:avLst/>
                  <a:gdLst/>
                  <a:ahLst/>
                  <a:cxnLst/>
                  <a:rect l="l" t="t" r="r" b="b"/>
                  <a:pathLst>
                    <a:path w="9042" h="4521" extrusionOk="0">
                      <a:moveTo>
                        <a:pt x="4521" y="0"/>
                      </a:moveTo>
                      <a:cubicBezTo>
                        <a:pt x="2742" y="0"/>
                        <a:pt x="1203" y="1029"/>
                        <a:pt x="467" y="2525"/>
                      </a:cubicBezTo>
                      <a:cubicBezTo>
                        <a:pt x="168" y="3128"/>
                        <a:pt x="1" y="3804"/>
                        <a:pt x="1" y="4521"/>
                      </a:cubicBezTo>
                      <a:lnTo>
                        <a:pt x="9041" y="4521"/>
                      </a:lnTo>
                      <a:cubicBezTo>
                        <a:pt x="9041" y="3722"/>
                        <a:pt x="8833" y="2973"/>
                        <a:pt x="8470" y="2321"/>
                      </a:cubicBezTo>
                      <a:cubicBezTo>
                        <a:pt x="7695" y="936"/>
                        <a:pt x="6219" y="0"/>
                        <a:pt x="4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0"/>
                <p:cNvSpPr/>
                <p:nvPr/>
              </p:nvSpPr>
              <p:spPr>
                <a:xfrm>
                  <a:off x="5880437" y="2029015"/>
                  <a:ext cx="295922" cy="72033"/>
                </a:xfrm>
                <a:custGeom>
                  <a:avLst/>
                  <a:gdLst/>
                  <a:ahLst/>
                  <a:cxnLst/>
                  <a:rect l="l" t="t" r="r" b="b"/>
                  <a:pathLst>
                    <a:path w="9042" h="2201" extrusionOk="0">
                      <a:moveTo>
                        <a:pt x="8470" y="1"/>
                      </a:moveTo>
                      <a:cubicBezTo>
                        <a:pt x="7062" y="720"/>
                        <a:pt x="5668" y="970"/>
                        <a:pt x="4407" y="970"/>
                      </a:cubicBezTo>
                      <a:cubicBezTo>
                        <a:pt x="2795" y="970"/>
                        <a:pt x="1399" y="561"/>
                        <a:pt x="467" y="205"/>
                      </a:cubicBezTo>
                      <a:cubicBezTo>
                        <a:pt x="168" y="808"/>
                        <a:pt x="1" y="1484"/>
                        <a:pt x="1" y="2201"/>
                      </a:cubicBezTo>
                      <a:lnTo>
                        <a:pt x="9041" y="2201"/>
                      </a:lnTo>
                      <a:cubicBezTo>
                        <a:pt x="9041" y="1402"/>
                        <a:pt x="8833" y="653"/>
                        <a:pt x="8470" y="1"/>
                      </a:cubicBez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0"/>
                <p:cNvSpPr/>
                <p:nvPr/>
              </p:nvSpPr>
              <p:spPr>
                <a:xfrm>
                  <a:off x="5047162" y="4343929"/>
                  <a:ext cx="1959952" cy="170445"/>
                </a:xfrm>
                <a:custGeom>
                  <a:avLst/>
                  <a:gdLst/>
                  <a:ahLst/>
                  <a:cxnLst/>
                  <a:rect l="l" t="t" r="r" b="b"/>
                  <a:pathLst>
                    <a:path w="59887" h="5208" extrusionOk="0">
                      <a:moveTo>
                        <a:pt x="29943" y="1"/>
                      </a:moveTo>
                      <a:cubicBezTo>
                        <a:pt x="22002" y="1"/>
                        <a:pt x="14385" y="276"/>
                        <a:pt x="8770" y="763"/>
                      </a:cubicBezTo>
                      <a:cubicBezTo>
                        <a:pt x="3153" y="1252"/>
                        <a:pt x="0" y="1913"/>
                        <a:pt x="0" y="2604"/>
                      </a:cubicBezTo>
                      <a:cubicBezTo>
                        <a:pt x="0" y="3295"/>
                        <a:pt x="3153" y="3956"/>
                        <a:pt x="8770" y="4446"/>
                      </a:cubicBezTo>
                      <a:cubicBezTo>
                        <a:pt x="14385" y="4933"/>
                        <a:pt x="22002" y="5208"/>
                        <a:pt x="29943" y="5208"/>
                      </a:cubicBezTo>
                      <a:cubicBezTo>
                        <a:pt x="37885" y="5208"/>
                        <a:pt x="45500" y="4933"/>
                        <a:pt x="51117" y="4446"/>
                      </a:cubicBezTo>
                      <a:cubicBezTo>
                        <a:pt x="56731" y="3956"/>
                        <a:pt x="59886" y="3295"/>
                        <a:pt x="59886" y="2604"/>
                      </a:cubicBezTo>
                      <a:cubicBezTo>
                        <a:pt x="59886" y="1913"/>
                        <a:pt x="56731" y="1252"/>
                        <a:pt x="51117" y="763"/>
                      </a:cubicBezTo>
                      <a:cubicBezTo>
                        <a:pt x="45500" y="276"/>
                        <a:pt x="37885" y="1"/>
                        <a:pt x="299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0"/>
                <p:cNvSpPr/>
                <p:nvPr/>
              </p:nvSpPr>
              <p:spPr>
                <a:xfrm>
                  <a:off x="5894281" y="2126248"/>
                  <a:ext cx="265715" cy="2215979"/>
                </a:xfrm>
                <a:custGeom>
                  <a:avLst/>
                  <a:gdLst/>
                  <a:ahLst/>
                  <a:cxnLst/>
                  <a:rect l="l" t="t" r="r" b="b"/>
                  <a:pathLst>
                    <a:path w="8119" h="67710" extrusionOk="0">
                      <a:moveTo>
                        <a:pt x="1990" y="0"/>
                      </a:moveTo>
                      <a:lnTo>
                        <a:pt x="1990" y="1326"/>
                      </a:lnTo>
                      <a:cubicBezTo>
                        <a:pt x="1990" y="2425"/>
                        <a:pt x="1100" y="3316"/>
                        <a:pt x="1" y="3316"/>
                      </a:cubicBezTo>
                      <a:lnTo>
                        <a:pt x="1" y="7568"/>
                      </a:lnTo>
                      <a:lnTo>
                        <a:pt x="1" y="7570"/>
                      </a:lnTo>
                      <a:cubicBezTo>
                        <a:pt x="1278" y="8907"/>
                        <a:pt x="1990" y="10684"/>
                        <a:pt x="1990" y="12534"/>
                      </a:cubicBezTo>
                      <a:lnTo>
                        <a:pt x="1990" y="67709"/>
                      </a:lnTo>
                      <a:lnTo>
                        <a:pt x="6128" y="67709"/>
                      </a:lnTo>
                      <a:lnTo>
                        <a:pt x="6128" y="12534"/>
                      </a:lnTo>
                      <a:cubicBezTo>
                        <a:pt x="6128" y="10684"/>
                        <a:pt x="6841" y="8907"/>
                        <a:pt x="8118" y="7568"/>
                      </a:cubicBezTo>
                      <a:lnTo>
                        <a:pt x="8118" y="3316"/>
                      </a:lnTo>
                      <a:cubicBezTo>
                        <a:pt x="7019" y="3316"/>
                        <a:pt x="6128" y="2425"/>
                        <a:pt x="6128" y="1326"/>
                      </a:cubicBezTo>
                      <a:lnTo>
                        <a:pt x="6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0"/>
                <p:cNvSpPr/>
                <p:nvPr/>
              </p:nvSpPr>
              <p:spPr>
                <a:xfrm>
                  <a:off x="5943732" y="2594677"/>
                  <a:ext cx="169332" cy="102110"/>
                </a:xfrm>
                <a:custGeom>
                  <a:avLst/>
                  <a:gdLst/>
                  <a:ahLst/>
                  <a:cxnLst/>
                  <a:rect l="l" t="t" r="r" b="b"/>
                  <a:pathLst>
                    <a:path w="5174" h="3120" extrusionOk="0">
                      <a:moveTo>
                        <a:pt x="67" y="1"/>
                      </a:moveTo>
                      <a:cubicBezTo>
                        <a:pt x="31" y="1"/>
                        <a:pt x="1" y="31"/>
                        <a:pt x="1" y="65"/>
                      </a:cubicBezTo>
                      <a:lnTo>
                        <a:pt x="1" y="3055"/>
                      </a:lnTo>
                      <a:cubicBezTo>
                        <a:pt x="1" y="3091"/>
                        <a:pt x="31" y="3119"/>
                        <a:pt x="67" y="3119"/>
                      </a:cubicBezTo>
                      <a:lnTo>
                        <a:pt x="5107" y="3119"/>
                      </a:lnTo>
                      <a:cubicBezTo>
                        <a:pt x="5143" y="3119"/>
                        <a:pt x="5173" y="3091"/>
                        <a:pt x="5173" y="3055"/>
                      </a:cubicBezTo>
                      <a:lnTo>
                        <a:pt x="5173" y="65"/>
                      </a:lnTo>
                      <a:cubicBezTo>
                        <a:pt x="5173" y="31"/>
                        <a:pt x="5143" y="1"/>
                        <a:pt x="51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0"/>
                <p:cNvSpPr/>
                <p:nvPr/>
              </p:nvSpPr>
              <p:spPr>
                <a:xfrm>
                  <a:off x="5943732" y="2724572"/>
                  <a:ext cx="169332" cy="37898"/>
                </a:xfrm>
                <a:custGeom>
                  <a:avLst/>
                  <a:gdLst/>
                  <a:ahLst/>
                  <a:cxnLst/>
                  <a:rect l="l" t="t" r="r" b="b"/>
                  <a:pathLst>
                    <a:path w="5174" h="1158" extrusionOk="0">
                      <a:moveTo>
                        <a:pt x="67" y="0"/>
                      </a:moveTo>
                      <a:cubicBezTo>
                        <a:pt x="31" y="0"/>
                        <a:pt x="1" y="30"/>
                        <a:pt x="1" y="65"/>
                      </a:cubicBezTo>
                      <a:lnTo>
                        <a:pt x="1" y="1093"/>
                      </a:lnTo>
                      <a:cubicBezTo>
                        <a:pt x="1" y="1127"/>
                        <a:pt x="31" y="1157"/>
                        <a:pt x="67" y="1157"/>
                      </a:cubicBezTo>
                      <a:lnTo>
                        <a:pt x="5107" y="1157"/>
                      </a:lnTo>
                      <a:cubicBezTo>
                        <a:pt x="5143" y="1157"/>
                        <a:pt x="5173" y="1127"/>
                        <a:pt x="5173" y="1093"/>
                      </a:cubicBezTo>
                      <a:lnTo>
                        <a:pt x="5173" y="65"/>
                      </a:lnTo>
                      <a:cubicBezTo>
                        <a:pt x="5173" y="30"/>
                        <a:pt x="5143" y="0"/>
                        <a:pt x="51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0"/>
                <p:cNvSpPr/>
                <p:nvPr/>
              </p:nvSpPr>
              <p:spPr>
                <a:xfrm>
                  <a:off x="5943732" y="2791009"/>
                  <a:ext cx="169332" cy="37898"/>
                </a:xfrm>
                <a:custGeom>
                  <a:avLst/>
                  <a:gdLst/>
                  <a:ahLst/>
                  <a:cxnLst/>
                  <a:rect l="l" t="t" r="r" b="b"/>
                  <a:pathLst>
                    <a:path w="5174" h="1158" extrusionOk="0">
                      <a:moveTo>
                        <a:pt x="67" y="1"/>
                      </a:moveTo>
                      <a:cubicBezTo>
                        <a:pt x="31" y="1"/>
                        <a:pt x="1" y="29"/>
                        <a:pt x="1" y="65"/>
                      </a:cubicBezTo>
                      <a:lnTo>
                        <a:pt x="1" y="1091"/>
                      </a:lnTo>
                      <a:cubicBezTo>
                        <a:pt x="1" y="1127"/>
                        <a:pt x="31" y="1157"/>
                        <a:pt x="67" y="1157"/>
                      </a:cubicBezTo>
                      <a:lnTo>
                        <a:pt x="5107" y="1157"/>
                      </a:lnTo>
                      <a:cubicBezTo>
                        <a:pt x="5143" y="1157"/>
                        <a:pt x="5173" y="1127"/>
                        <a:pt x="5173" y="1091"/>
                      </a:cubicBezTo>
                      <a:lnTo>
                        <a:pt x="5173" y="65"/>
                      </a:lnTo>
                      <a:cubicBezTo>
                        <a:pt x="5173" y="29"/>
                        <a:pt x="5143" y="1"/>
                        <a:pt x="51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0"/>
                <p:cNvSpPr/>
                <p:nvPr/>
              </p:nvSpPr>
              <p:spPr>
                <a:xfrm>
                  <a:off x="5943732" y="3640255"/>
                  <a:ext cx="169332" cy="37800"/>
                </a:xfrm>
                <a:custGeom>
                  <a:avLst/>
                  <a:gdLst/>
                  <a:ahLst/>
                  <a:cxnLst/>
                  <a:rect l="l" t="t" r="r" b="b"/>
                  <a:pathLst>
                    <a:path w="5174" h="1155" extrusionOk="0">
                      <a:moveTo>
                        <a:pt x="67" y="0"/>
                      </a:moveTo>
                      <a:cubicBezTo>
                        <a:pt x="31" y="0"/>
                        <a:pt x="1" y="28"/>
                        <a:pt x="1" y="65"/>
                      </a:cubicBezTo>
                      <a:lnTo>
                        <a:pt x="1" y="1091"/>
                      </a:lnTo>
                      <a:cubicBezTo>
                        <a:pt x="1" y="1127"/>
                        <a:pt x="31" y="1155"/>
                        <a:pt x="67" y="1155"/>
                      </a:cubicBezTo>
                      <a:lnTo>
                        <a:pt x="5107" y="1155"/>
                      </a:lnTo>
                      <a:cubicBezTo>
                        <a:pt x="5143" y="1155"/>
                        <a:pt x="5173" y="1127"/>
                        <a:pt x="5173" y="1091"/>
                      </a:cubicBezTo>
                      <a:lnTo>
                        <a:pt x="5173" y="65"/>
                      </a:lnTo>
                      <a:cubicBezTo>
                        <a:pt x="5173" y="28"/>
                        <a:pt x="5143" y="0"/>
                        <a:pt x="51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0"/>
                <p:cNvSpPr/>
                <p:nvPr/>
              </p:nvSpPr>
              <p:spPr>
                <a:xfrm>
                  <a:off x="5941081" y="2246816"/>
                  <a:ext cx="174863" cy="162623"/>
                </a:xfrm>
                <a:custGeom>
                  <a:avLst/>
                  <a:gdLst/>
                  <a:ahLst/>
                  <a:cxnLst/>
                  <a:rect l="l" t="t" r="r" b="b"/>
                  <a:pathLst>
                    <a:path w="5343" h="4969" extrusionOk="0">
                      <a:moveTo>
                        <a:pt x="2676" y="1"/>
                      </a:moveTo>
                      <a:cubicBezTo>
                        <a:pt x="2543" y="1"/>
                        <a:pt x="2408" y="11"/>
                        <a:pt x="2273" y="33"/>
                      </a:cubicBezTo>
                      <a:cubicBezTo>
                        <a:pt x="919" y="252"/>
                        <a:pt x="0" y="1527"/>
                        <a:pt x="219" y="2882"/>
                      </a:cubicBezTo>
                      <a:cubicBezTo>
                        <a:pt x="418" y="4101"/>
                        <a:pt x="1471" y="4968"/>
                        <a:pt x="2667" y="4968"/>
                      </a:cubicBezTo>
                      <a:cubicBezTo>
                        <a:pt x="2800" y="4968"/>
                        <a:pt x="2934" y="4958"/>
                        <a:pt x="3069" y="4936"/>
                      </a:cubicBezTo>
                      <a:cubicBezTo>
                        <a:pt x="4424" y="4717"/>
                        <a:pt x="5342" y="3440"/>
                        <a:pt x="5123" y="2087"/>
                      </a:cubicBezTo>
                      <a:cubicBezTo>
                        <a:pt x="4924" y="868"/>
                        <a:pt x="3872" y="1"/>
                        <a:pt x="26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0"/>
                <p:cNvSpPr/>
                <p:nvPr/>
              </p:nvSpPr>
              <p:spPr>
                <a:xfrm>
                  <a:off x="5970012" y="2276565"/>
                  <a:ext cx="117066" cy="103124"/>
                </a:xfrm>
                <a:custGeom>
                  <a:avLst/>
                  <a:gdLst/>
                  <a:ahLst/>
                  <a:cxnLst/>
                  <a:rect l="l" t="t" r="r" b="b"/>
                  <a:pathLst>
                    <a:path w="3577" h="3151" extrusionOk="0">
                      <a:moveTo>
                        <a:pt x="1789" y="0"/>
                      </a:moveTo>
                      <a:cubicBezTo>
                        <a:pt x="1171" y="0"/>
                        <a:pt x="584" y="366"/>
                        <a:pt x="333" y="972"/>
                      </a:cubicBezTo>
                      <a:cubicBezTo>
                        <a:pt x="0" y="1775"/>
                        <a:pt x="383" y="2698"/>
                        <a:pt x="1185" y="3031"/>
                      </a:cubicBezTo>
                      <a:cubicBezTo>
                        <a:pt x="1383" y="3112"/>
                        <a:pt x="1587" y="3151"/>
                        <a:pt x="1788" y="3151"/>
                      </a:cubicBezTo>
                      <a:cubicBezTo>
                        <a:pt x="2406" y="3151"/>
                        <a:pt x="2992" y="2785"/>
                        <a:pt x="3244" y="2179"/>
                      </a:cubicBezTo>
                      <a:cubicBezTo>
                        <a:pt x="3576" y="1374"/>
                        <a:pt x="3194" y="453"/>
                        <a:pt x="2391" y="120"/>
                      </a:cubicBezTo>
                      <a:cubicBezTo>
                        <a:pt x="2194" y="39"/>
                        <a:pt x="1990" y="0"/>
                        <a:pt x="17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0"/>
                <p:cNvSpPr/>
                <p:nvPr/>
              </p:nvSpPr>
              <p:spPr>
                <a:xfrm>
                  <a:off x="5869408" y="3947402"/>
                  <a:ext cx="318242" cy="295955"/>
                </a:xfrm>
                <a:custGeom>
                  <a:avLst/>
                  <a:gdLst/>
                  <a:ahLst/>
                  <a:cxnLst/>
                  <a:rect l="l" t="t" r="r" b="b"/>
                  <a:pathLst>
                    <a:path w="9724" h="9043" extrusionOk="0">
                      <a:moveTo>
                        <a:pt x="4867" y="0"/>
                      </a:moveTo>
                      <a:cubicBezTo>
                        <a:pt x="4627" y="0"/>
                        <a:pt x="4384" y="19"/>
                        <a:pt x="4139" y="59"/>
                      </a:cubicBezTo>
                      <a:cubicBezTo>
                        <a:pt x="1675" y="460"/>
                        <a:pt x="1" y="2780"/>
                        <a:pt x="400" y="5244"/>
                      </a:cubicBezTo>
                      <a:cubicBezTo>
                        <a:pt x="762" y="7465"/>
                        <a:pt x="2679" y="9042"/>
                        <a:pt x="4857" y="9042"/>
                      </a:cubicBezTo>
                      <a:cubicBezTo>
                        <a:pt x="5097" y="9042"/>
                        <a:pt x="5341" y="9023"/>
                        <a:pt x="5586" y="8983"/>
                      </a:cubicBezTo>
                      <a:cubicBezTo>
                        <a:pt x="8050" y="8584"/>
                        <a:pt x="9724" y="6262"/>
                        <a:pt x="9325" y="3798"/>
                      </a:cubicBezTo>
                      <a:cubicBezTo>
                        <a:pt x="8963" y="1579"/>
                        <a:pt x="7045" y="0"/>
                        <a:pt x="48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0"/>
                <p:cNvSpPr/>
                <p:nvPr/>
              </p:nvSpPr>
              <p:spPr>
                <a:xfrm>
                  <a:off x="5338960" y="4182091"/>
                  <a:ext cx="1376355" cy="188674"/>
                </a:xfrm>
                <a:custGeom>
                  <a:avLst/>
                  <a:gdLst/>
                  <a:ahLst/>
                  <a:cxnLst/>
                  <a:rect l="l" t="t" r="r" b="b"/>
                  <a:pathLst>
                    <a:path w="42055" h="5765" extrusionOk="0">
                      <a:moveTo>
                        <a:pt x="21027" y="1"/>
                      </a:moveTo>
                      <a:cubicBezTo>
                        <a:pt x="9414" y="1"/>
                        <a:pt x="0" y="2933"/>
                        <a:pt x="0" y="4892"/>
                      </a:cubicBezTo>
                      <a:cubicBezTo>
                        <a:pt x="0" y="5546"/>
                        <a:pt x="1046" y="5764"/>
                        <a:pt x="2871" y="5764"/>
                      </a:cubicBezTo>
                      <a:cubicBezTo>
                        <a:pt x="6520" y="5764"/>
                        <a:pt x="13285" y="4892"/>
                        <a:pt x="21027" y="4892"/>
                      </a:cubicBezTo>
                      <a:cubicBezTo>
                        <a:pt x="28770" y="4892"/>
                        <a:pt x="35535" y="5764"/>
                        <a:pt x="39184" y="5764"/>
                      </a:cubicBezTo>
                      <a:cubicBezTo>
                        <a:pt x="41009" y="5764"/>
                        <a:pt x="42055" y="5546"/>
                        <a:pt x="42055" y="4892"/>
                      </a:cubicBezTo>
                      <a:cubicBezTo>
                        <a:pt x="42055" y="2933"/>
                        <a:pt x="32641" y="1"/>
                        <a:pt x="210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0"/>
                <p:cNvSpPr/>
                <p:nvPr/>
              </p:nvSpPr>
              <p:spPr>
                <a:xfrm>
                  <a:off x="5498736" y="4053963"/>
                  <a:ext cx="1056706" cy="315329"/>
                </a:xfrm>
                <a:custGeom>
                  <a:avLst/>
                  <a:gdLst/>
                  <a:ahLst/>
                  <a:cxnLst/>
                  <a:rect l="l" t="t" r="r" b="b"/>
                  <a:pathLst>
                    <a:path w="32288" h="9635" extrusionOk="0">
                      <a:moveTo>
                        <a:pt x="16145" y="1"/>
                      </a:moveTo>
                      <a:cubicBezTo>
                        <a:pt x="7230" y="1"/>
                        <a:pt x="1" y="5414"/>
                        <a:pt x="1" y="8335"/>
                      </a:cubicBezTo>
                      <a:cubicBezTo>
                        <a:pt x="1" y="9309"/>
                        <a:pt x="804" y="9634"/>
                        <a:pt x="2205" y="9634"/>
                      </a:cubicBezTo>
                      <a:cubicBezTo>
                        <a:pt x="5008" y="9634"/>
                        <a:pt x="10202" y="8335"/>
                        <a:pt x="16145" y="8335"/>
                      </a:cubicBezTo>
                      <a:cubicBezTo>
                        <a:pt x="22089" y="8335"/>
                        <a:pt x="27282" y="9634"/>
                        <a:pt x="30084" y="9634"/>
                      </a:cubicBezTo>
                      <a:cubicBezTo>
                        <a:pt x="31485" y="9634"/>
                        <a:pt x="32288" y="9309"/>
                        <a:pt x="32288" y="8335"/>
                      </a:cubicBezTo>
                      <a:cubicBezTo>
                        <a:pt x="32288" y="5414"/>
                        <a:pt x="25061" y="1"/>
                        <a:pt x="16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0"/>
                <p:cNvSpPr/>
                <p:nvPr/>
              </p:nvSpPr>
              <p:spPr>
                <a:xfrm>
                  <a:off x="5229585" y="4327238"/>
                  <a:ext cx="1595040" cy="117590"/>
                </a:xfrm>
                <a:custGeom>
                  <a:avLst/>
                  <a:gdLst/>
                  <a:ahLst/>
                  <a:cxnLst/>
                  <a:rect l="l" t="t" r="r" b="b"/>
                  <a:pathLst>
                    <a:path w="48737" h="3593" extrusionOk="0">
                      <a:moveTo>
                        <a:pt x="1797" y="0"/>
                      </a:moveTo>
                      <a:cubicBezTo>
                        <a:pt x="805" y="0"/>
                        <a:pt x="0" y="805"/>
                        <a:pt x="0" y="1796"/>
                      </a:cubicBezTo>
                      <a:cubicBezTo>
                        <a:pt x="0" y="2790"/>
                        <a:pt x="805" y="3593"/>
                        <a:pt x="1797" y="3593"/>
                      </a:cubicBezTo>
                      <a:lnTo>
                        <a:pt x="46940" y="3593"/>
                      </a:lnTo>
                      <a:cubicBezTo>
                        <a:pt x="47932" y="3593"/>
                        <a:pt x="48736" y="2790"/>
                        <a:pt x="48736" y="1796"/>
                      </a:cubicBezTo>
                      <a:cubicBezTo>
                        <a:pt x="48736" y="805"/>
                        <a:pt x="47932" y="0"/>
                        <a:pt x="469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0"/>
                <p:cNvSpPr/>
                <p:nvPr/>
              </p:nvSpPr>
              <p:spPr>
                <a:xfrm>
                  <a:off x="4849783" y="2101015"/>
                  <a:ext cx="2357231" cy="50466"/>
                </a:xfrm>
                <a:custGeom>
                  <a:avLst/>
                  <a:gdLst/>
                  <a:ahLst/>
                  <a:cxnLst/>
                  <a:rect l="l" t="t" r="r" b="b"/>
                  <a:pathLst>
                    <a:path w="72026" h="1542" extrusionOk="0">
                      <a:moveTo>
                        <a:pt x="771" y="1"/>
                      </a:moveTo>
                      <a:cubicBezTo>
                        <a:pt x="346" y="1"/>
                        <a:pt x="0" y="346"/>
                        <a:pt x="0" y="771"/>
                      </a:cubicBezTo>
                      <a:cubicBezTo>
                        <a:pt x="0" y="1198"/>
                        <a:pt x="346" y="1542"/>
                        <a:pt x="771" y="1542"/>
                      </a:cubicBezTo>
                      <a:lnTo>
                        <a:pt x="71255" y="1542"/>
                      </a:lnTo>
                      <a:cubicBezTo>
                        <a:pt x="71682" y="1542"/>
                        <a:pt x="72026" y="1198"/>
                        <a:pt x="72026" y="771"/>
                      </a:cubicBezTo>
                      <a:cubicBezTo>
                        <a:pt x="72026" y="346"/>
                        <a:pt x="71682" y="1"/>
                        <a:pt x="71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0"/>
                <p:cNvSpPr/>
                <p:nvPr/>
              </p:nvSpPr>
              <p:spPr>
                <a:xfrm>
                  <a:off x="5819335" y="4228663"/>
                  <a:ext cx="418192" cy="47815"/>
                </a:xfrm>
                <a:custGeom>
                  <a:avLst/>
                  <a:gdLst/>
                  <a:ahLst/>
                  <a:cxnLst/>
                  <a:rect l="l" t="t" r="r" b="b"/>
                  <a:pathLst>
                    <a:path w="12778" h="1461" extrusionOk="0">
                      <a:moveTo>
                        <a:pt x="728" y="1"/>
                      </a:moveTo>
                      <a:cubicBezTo>
                        <a:pt x="327" y="1"/>
                        <a:pt x="1" y="327"/>
                        <a:pt x="1" y="731"/>
                      </a:cubicBezTo>
                      <a:cubicBezTo>
                        <a:pt x="1" y="1132"/>
                        <a:pt x="327" y="1460"/>
                        <a:pt x="728" y="1460"/>
                      </a:cubicBezTo>
                      <a:lnTo>
                        <a:pt x="12048" y="1460"/>
                      </a:lnTo>
                      <a:cubicBezTo>
                        <a:pt x="12451" y="1460"/>
                        <a:pt x="12778" y="1132"/>
                        <a:pt x="12778" y="731"/>
                      </a:cubicBezTo>
                      <a:cubicBezTo>
                        <a:pt x="12778" y="327"/>
                        <a:pt x="12451" y="1"/>
                        <a:pt x="12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0"/>
                <p:cNvSpPr/>
                <p:nvPr/>
              </p:nvSpPr>
              <p:spPr>
                <a:xfrm>
                  <a:off x="6014980" y="1867472"/>
                  <a:ext cx="26837" cy="26869"/>
                </a:xfrm>
                <a:custGeom>
                  <a:avLst/>
                  <a:gdLst/>
                  <a:ahLst/>
                  <a:cxnLst/>
                  <a:rect l="l" t="t" r="r" b="b"/>
                  <a:pathLst>
                    <a:path w="820" h="821" extrusionOk="0">
                      <a:moveTo>
                        <a:pt x="410" y="0"/>
                      </a:moveTo>
                      <a:cubicBezTo>
                        <a:pt x="183" y="0"/>
                        <a:pt x="0" y="183"/>
                        <a:pt x="0" y="410"/>
                      </a:cubicBezTo>
                      <a:cubicBezTo>
                        <a:pt x="0" y="635"/>
                        <a:pt x="183" y="820"/>
                        <a:pt x="410" y="820"/>
                      </a:cubicBezTo>
                      <a:cubicBezTo>
                        <a:pt x="635" y="820"/>
                        <a:pt x="820" y="635"/>
                        <a:pt x="820" y="410"/>
                      </a:cubicBezTo>
                      <a:cubicBezTo>
                        <a:pt x="820" y="183"/>
                        <a:pt x="635" y="0"/>
                        <a:pt x="4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0"/>
                <p:cNvSpPr/>
                <p:nvPr/>
              </p:nvSpPr>
              <p:spPr>
                <a:xfrm>
                  <a:off x="6014980" y="2485890"/>
                  <a:ext cx="26837" cy="26837"/>
                </a:xfrm>
                <a:custGeom>
                  <a:avLst/>
                  <a:gdLst/>
                  <a:ahLst/>
                  <a:cxnLst/>
                  <a:rect l="l" t="t" r="r" b="b"/>
                  <a:pathLst>
                    <a:path w="820" h="820" extrusionOk="0">
                      <a:moveTo>
                        <a:pt x="410" y="0"/>
                      </a:moveTo>
                      <a:cubicBezTo>
                        <a:pt x="183" y="0"/>
                        <a:pt x="0" y="183"/>
                        <a:pt x="0" y="410"/>
                      </a:cubicBezTo>
                      <a:cubicBezTo>
                        <a:pt x="0" y="635"/>
                        <a:pt x="183" y="820"/>
                        <a:pt x="410" y="820"/>
                      </a:cubicBezTo>
                      <a:cubicBezTo>
                        <a:pt x="635" y="820"/>
                        <a:pt x="820" y="635"/>
                        <a:pt x="820" y="410"/>
                      </a:cubicBezTo>
                      <a:cubicBezTo>
                        <a:pt x="820" y="183"/>
                        <a:pt x="635" y="0"/>
                        <a:pt x="4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0"/>
                <p:cNvSpPr/>
                <p:nvPr/>
              </p:nvSpPr>
              <p:spPr>
                <a:xfrm>
                  <a:off x="6014980" y="3828700"/>
                  <a:ext cx="26837" cy="26869"/>
                </a:xfrm>
                <a:custGeom>
                  <a:avLst/>
                  <a:gdLst/>
                  <a:ahLst/>
                  <a:cxnLst/>
                  <a:rect l="l" t="t" r="r" b="b"/>
                  <a:pathLst>
                    <a:path w="820" h="821" extrusionOk="0">
                      <a:moveTo>
                        <a:pt x="410" y="1"/>
                      </a:moveTo>
                      <a:cubicBezTo>
                        <a:pt x="183" y="1"/>
                        <a:pt x="0" y="183"/>
                        <a:pt x="0" y="411"/>
                      </a:cubicBezTo>
                      <a:cubicBezTo>
                        <a:pt x="0" y="636"/>
                        <a:pt x="183" y="821"/>
                        <a:pt x="410" y="821"/>
                      </a:cubicBezTo>
                      <a:cubicBezTo>
                        <a:pt x="635" y="821"/>
                        <a:pt x="820" y="636"/>
                        <a:pt x="820" y="411"/>
                      </a:cubicBezTo>
                      <a:cubicBezTo>
                        <a:pt x="820" y="183"/>
                        <a:pt x="635" y="1"/>
                        <a:pt x="4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0"/>
                <p:cNvSpPr/>
                <p:nvPr/>
              </p:nvSpPr>
              <p:spPr>
                <a:xfrm>
                  <a:off x="6014980" y="3730714"/>
                  <a:ext cx="26837" cy="26869"/>
                </a:xfrm>
                <a:custGeom>
                  <a:avLst/>
                  <a:gdLst/>
                  <a:ahLst/>
                  <a:cxnLst/>
                  <a:rect l="l" t="t" r="r" b="b"/>
                  <a:pathLst>
                    <a:path w="820" h="821" extrusionOk="0">
                      <a:moveTo>
                        <a:pt x="410" y="1"/>
                      </a:moveTo>
                      <a:cubicBezTo>
                        <a:pt x="183" y="1"/>
                        <a:pt x="0" y="185"/>
                        <a:pt x="0" y="411"/>
                      </a:cubicBezTo>
                      <a:cubicBezTo>
                        <a:pt x="0" y="638"/>
                        <a:pt x="183" y="821"/>
                        <a:pt x="410" y="821"/>
                      </a:cubicBezTo>
                      <a:cubicBezTo>
                        <a:pt x="635" y="821"/>
                        <a:pt x="820" y="638"/>
                        <a:pt x="820" y="411"/>
                      </a:cubicBezTo>
                      <a:cubicBezTo>
                        <a:pt x="820" y="185"/>
                        <a:pt x="635" y="1"/>
                        <a:pt x="4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0"/>
                <p:cNvSpPr/>
                <p:nvPr/>
              </p:nvSpPr>
              <p:spPr>
                <a:xfrm>
                  <a:off x="5232956" y="2176910"/>
                  <a:ext cx="248762" cy="280900"/>
                </a:xfrm>
                <a:custGeom>
                  <a:avLst/>
                  <a:gdLst/>
                  <a:ahLst/>
                  <a:cxnLst/>
                  <a:rect l="l" t="t" r="r" b="b"/>
                  <a:pathLst>
                    <a:path w="7601" h="8583" extrusionOk="0">
                      <a:moveTo>
                        <a:pt x="3380" y="1"/>
                      </a:moveTo>
                      <a:cubicBezTo>
                        <a:pt x="2260" y="1"/>
                        <a:pt x="1234" y="662"/>
                        <a:pt x="1226" y="1251"/>
                      </a:cubicBezTo>
                      <a:cubicBezTo>
                        <a:pt x="0" y="1279"/>
                        <a:pt x="116" y="2893"/>
                        <a:pt x="895" y="3067"/>
                      </a:cubicBezTo>
                      <a:cubicBezTo>
                        <a:pt x="2" y="4800"/>
                        <a:pt x="1662" y="6039"/>
                        <a:pt x="2833" y="6039"/>
                      </a:cubicBezTo>
                      <a:cubicBezTo>
                        <a:pt x="2985" y="6039"/>
                        <a:pt x="3128" y="6018"/>
                        <a:pt x="3256" y="5975"/>
                      </a:cubicBezTo>
                      <a:lnTo>
                        <a:pt x="3256" y="5975"/>
                      </a:lnTo>
                      <a:cubicBezTo>
                        <a:pt x="2941" y="6403"/>
                        <a:pt x="3255" y="6939"/>
                        <a:pt x="3829" y="6939"/>
                      </a:cubicBezTo>
                      <a:cubicBezTo>
                        <a:pt x="3990" y="6939"/>
                        <a:pt x="4171" y="6897"/>
                        <a:pt x="4364" y="6799"/>
                      </a:cubicBezTo>
                      <a:lnTo>
                        <a:pt x="4364" y="6799"/>
                      </a:lnTo>
                      <a:cubicBezTo>
                        <a:pt x="4089" y="8166"/>
                        <a:pt x="4898" y="8338"/>
                        <a:pt x="4898" y="8338"/>
                      </a:cubicBezTo>
                      <a:lnTo>
                        <a:pt x="7203" y="8583"/>
                      </a:lnTo>
                      <a:cubicBezTo>
                        <a:pt x="7521" y="7821"/>
                        <a:pt x="7600" y="6189"/>
                        <a:pt x="5853" y="6116"/>
                      </a:cubicBezTo>
                      <a:cubicBezTo>
                        <a:pt x="6862" y="5724"/>
                        <a:pt x="6744" y="4292"/>
                        <a:pt x="6141" y="3987"/>
                      </a:cubicBezTo>
                      <a:cubicBezTo>
                        <a:pt x="7231" y="3792"/>
                        <a:pt x="7126" y="2168"/>
                        <a:pt x="6074" y="2168"/>
                      </a:cubicBezTo>
                      <a:cubicBezTo>
                        <a:pt x="6039" y="2168"/>
                        <a:pt x="6002" y="2170"/>
                        <a:pt x="5965" y="2174"/>
                      </a:cubicBezTo>
                      <a:cubicBezTo>
                        <a:pt x="5485" y="543"/>
                        <a:pt x="4394" y="1"/>
                        <a:pt x="33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0"/>
                <p:cNvSpPr/>
                <p:nvPr/>
              </p:nvSpPr>
              <p:spPr>
                <a:xfrm>
                  <a:off x="4494656" y="2233987"/>
                  <a:ext cx="505902" cy="483385"/>
                </a:xfrm>
                <a:custGeom>
                  <a:avLst/>
                  <a:gdLst/>
                  <a:ahLst/>
                  <a:cxnLst/>
                  <a:rect l="l" t="t" r="r" b="b"/>
                  <a:pathLst>
                    <a:path w="15458" h="14770" extrusionOk="0">
                      <a:moveTo>
                        <a:pt x="8773" y="1"/>
                      </a:moveTo>
                      <a:cubicBezTo>
                        <a:pt x="8114" y="1"/>
                        <a:pt x="7589" y="563"/>
                        <a:pt x="7589" y="563"/>
                      </a:cubicBezTo>
                      <a:cubicBezTo>
                        <a:pt x="7589" y="563"/>
                        <a:pt x="7290" y="126"/>
                        <a:pt x="6866" y="126"/>
                      </a:cubicBezTo>
                      <a:cubicBezTo>
                        <a:pt x="6654" y="126"/>
                        <a:pt x="6411" y="235"/>
                        <a:pt x="6157" y="563"/>
                      </a:cubicBezTo>
                      <a:cubicBezTo>
                        <a:pt x="5772" y="461"/>
                        <a:pt x="5406" y="413"/>
                        <a:pt x="5061" y="413"/>
                      </a:cubicBezTo>
                      <a:cubicBezTo>
                        <a:pt x="1308" y="413"/>
                        <a:pt x="0" y="6026"/>
                        <a:pt x="2876" y="8038"/>
                      </a:cubicBezTo>
                      <a:cubicBezTo>
                        <a:pt x="1351" y="9459"/>
                        <a:pt x="2544" y="11475"/>
                        <a:pt x="4746" y="11475"/>
                      </a:cubicBezTo>
                      <a:cubicBezTo>
                        <a:pt x="4946" y="11475"/>
                        <a:pt x="5154" y="11458"/>
                        <a:pt x="5370" y="11423"/>
                      </a:cubicBezTo>
                      <a:lnTo>
                        <a:pt x="5370" y="11423"/>
                      </a:lnTo>
                      <a:cubicBezTo>
                        <a:pt x="4354" y="13773"/>
                        <a:pt x="6994" y="14700"/>
                        <a:pt x="6994" y="14700"/>
                      </a:cubicBezTo>
                      <a:lnTo>
                        <a:pt x="13678" y="14769"/>
                      </a:lnTo>
                      <a:cubicBezTo>
                        <a:pt x="15457" y="13237"/>
                        <a:pt x="14337" y="11187"/>
                        <a:pt x="13648" y="11108"/>
                      </a:cubicBezTo>
                      <a:cubicBezTo>
                        <a:pt x="13829" y="10248"/>
                        <a:pt x="13160" y="9621"/>
                        <a:pt x="12400" y="9621"/>
                      </a:cubicBezTo>
                      <a:cubicBezTo>
                        <a:pt x="12269" y="9621"/>
                        <a:pt x="12136" y="9639"/>
                        <a:pt x="12004" y="9678"/>
                      </a:cubicBezTo>
                      <a:cubicBezTo>
                        <a:pt x="12137" y="8961"/>
                        <a:pt x="11474" y="8856"/>
                        <a:pt x="11474" y="8856"/>
                      </a:cubicBezTo>
                      <a:cubicBezTo>
                        <a:pt x="11474" y="8856"/>
                        <a:pt x="13594" y="7002"/>
                        <a:pt x="12933" y="4564"/>
                      </a:cubicBezTo>
                      <a:cubicBezTo>
                        <a:pt x="12342" y="2391"/>
                        <a:pt x="10171" y="2283"/>
                        <a:pt x="9746" y="2283"/>
                      </a:cubicBezTo>
                      <a:cubicBezTo>
                        <a:pt x="9699" y="2283"/>
                        <a:pt x="9673" y="2284"/>
                        <a:pt x="9673" y="2284"/>
                      </a:cubicBezTo>
                      <a:cubicBezTo>
                        <a:pt x="9673" y="2284"/>
                        <a:pt x="10574" y="1170"/>
                        <a:pt x="9572" y="316"/>
                      </a:cubicBezTo>
                      <a:cubicBezTo>
                        <a:pt x="9301" y="84"/>
                        <a:pt x="9027" y="1"/>
                        <a:pt x="87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0"/>
                <p:cNvSpPr/>
                <p:nvPr/>
              </p:nvSpPr>
              <p:spPr>
                <a:xfrm>
                  <a:off x="4800397" y="2349548"/>
                  <a:ext cx="72590" cy="72590"/>
                </a:xfrm>
                <a:custGeom>
                  <a:avLst/>
                  <a:gdLst/>
                  <a:ahLst/>
                  <a:cxnLst/>
                  <a:rect l="l" t="t" r="r" b="b"/>
                  <a:pathLst>
                    <a:path w="2218" h="2218" extrusionOk="0">
                      <a:moveTo>
                        <a:pt x="1110" y="0"/>
                      </a:moveTo>
                      <a:cubicBezTo>
                        <a:pt x="498" y="0"/>
                        <a:pt x="0" y="496"/>
                        <a:pt x="0" y="1108"/>
                      </a:cubicBezTo>
                      <a:cubicBezTo>
                        <a:pt x="0" y="1721"/>
                        <a:pt x="498" y="2217"/>
                        <a:pt x="1110" y="2217"/>
                      </a:cubicBezTo>
                      <a:cubicBezTo>
                        <a:pt x="1722" y="2217"/>
                        <a:pt x="2218" y="1721"/>
                        <a:pt x="2218" y="1108"/>
                      </a:cubicBezTo>
                      <a:cubicBezTo>
                        <a:pt x="2218" y="496"/>
                        <a:pt x="1722" y="0"/>
                        <a:pt x="1110" y="0"/>
                      </a:cubicBez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0"/>
                <p:cNvSpPr/>
                <p:nvPr/>
              </p:nvSpPr>
              <p:spPr>
                <a:xfrm>
                  <a:off x="4806451" y="2456861"/>
                  <a:ext cx="34560" cy="34593"/>
                </a:xfrm>
                <a:custGeom>
                  <a:avLst/>
                  <a:gdLst/>
                  <a:ahLst/>
                  <a:cxnLst/>
                  <a:rect l="l" t="t" r="r" b="b"/>
                  <a:pathLst>
                    <a:path w="1056" h="1057" extrusionOk="0">
                      <a:moveTo>
                        <a:pt x="528" y="1"/>
                      </a:moveTo>
                      <a:cubicBezTo>
                        <a:pt x="238" y="1"/>
                        <a:pt x="0" y="237"/>
                        <a:pt x="0" y="529"/>
                      </a:cubicBezTo>
                      <a:cubicBezTo>
                        <a:pt x="0" y="821"/>
                        <a:pt x="238" y="1057"/>
                        <a:pt x="528" y="1057"/>
                      </a:cubicBezTo>
                      <a:cubicBezTo>
                        <a:pt x="820" y="1057"/>
                        <a:pt x="1056" y="821"/>
                        <a:pt x="1056" y="529"/>
                      </a:cubicBezTo>
                      <a:cubicBezTo>
                        <a:pt x="1056" y="237"/>
                        <a:pt x="820" y="1"/>
                        <a:pt x="528" y="1"/>
                      </a:cubicBez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0"/>
                <p:cNvSpPr/>
                <p:nvPr/>
              </p:nvSpPr>
              <p:spPr>
                <a:xfrm>
                  <a:off x="4726138" y="2397853"/>
                  <a:ext cx="58975" cy="59040"/>
                </a:xfrm>
                <a:custGeom>
                  <a:avLst/>
                  <a:gdLst/>
                  <a:ahLst/>
                  <a:cxnLst/>
                  <a:rect l="l" t="t" r="r" b="b"/>
                  <a:pathLst>
                    <a:path w="1802" h="1804" extrusionOk="0">
                      <a:moveTo>
                        <a:pt x="900" y="1"/>
                      </a:moveTo>
                      <a:cubicBezTo>
                        <a:pt x="404" y="1"/>
                        <a:pt x="1" y="404"/>
                        <a:pt x="1" y="902"/>
                      </a:cubicBezTo>
                      <a:cubicBezTo>
                        <a:pt x="1" y="1400"/>
                        <a:pt x="404" y="1804"/>
                        <a:pt x="900" y="1804"/>
                      </a:cubicBezTo>
                      <a:cubicBezTo>
                        <a:pt x="1398" y="1804"/>
                        <a:pt x="1802" y="1400"/>
                        <a:pt x="1802" y="902"/>
                      </a:cubicBezTo>
                      <a:cubicBezTo>
                        <a:pt x="1802" y="404"/>
                        <a:pt x="1398" y="1"/>
                        <a:pt x="900" y="1"/>
                      </a:cubicBez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0"/>
                <p:cNvSpPr/>
                <p:nvPr/>
              </p:nvSpPr>
              <p:spPr>
                <a:xfrm>
                  <a:off x="5351659" y="2444163"/>
                  <a:ext cx="145736" cy="570408"/>
                </a:xfrm>
                <a:custGeom>
                  <a:avLst/>
                  <a:gdLst/>
                  <a:ahLst/>
                  <a:cxnLst/>
                  <a:rect l="l" t="t" r="r" b="b"/>
                  <a:pathLst>
                    <a:path w="4453" h="17429" extrusionOk="0">
                      <a:moveTo>
                        <a:pt x="625" y="0"/>
                      </a:moveTo>
                      <a:lnTo>
                        <a:pt x="587" y="1060"/>
                      </a:lnTo>
                      <a:lnTo>
                        <a:pt x="537" y="2441"/>
                      </a:lnTo>
                      <a:lnTo>
                        <a:pt x="499" y="3569"/>
                      </a:lnTo>
                      <a:lnTo>
                        <a:pt x="447" y="4950"/>
                      </a:lnTo>
                      <a:lnTo>
                        <a:pt x="1" y="17428"/>
                      </a:lnTo>
                      <a:lnTo>
                        <a:pt x="4452" y="17428"/>
                      </a:lnTo>
                      <a:lnTo>
                        <a:pt x="4006" y="4950"/>
                      </a:lnTo>
                      <a:lnTo>
                        <a:pt x="3954" y="3569"/>
                      </a:lnTo>
                      <a:lnTo>
                        <a:pt x="3915" y="2441"/>
                      </a:lnTo>
                      <a:lnTo>
                        <a:pt x="3864" y="1060"/>
                      </a:lnTo>
                      <a:lnTo>
                        <a:pt x="38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0"/>
                <p:cNvSpPr/>
                <p:nvPr/>
              </p:nvSpPr>
              <p:spPr>
                <a:xfrm>
                  <a:off x="5369233" y="2478854"/>
                  <a:ext cx="110586" cy="45197"/>
                </a:xfrm>
                <a:custGeom>
                  <a:avLst/>
                  <a:gdLst/>
                  <a:ahLst/>
                  <a:cxnLst/>
                  <a:rect l="l" t="t" r="r" b="b"/>
                  <a:pathLst>
                    <a:path w="3379" h="1381" extrusionOk="0">
                      <a:moveTo>
                        <a:pt x="50" y="0"/>
                      </a:moveTo>
                      <a:lnTo>
                        <a:pt x="0" y="1381"/>
                      </a:lnTo>
                      <a:lnTo>
                        <a:pt x="3378" y="1381"/>
                      </a:lnTo>
                      <a:lnTo>
                        <a:pt x="33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0"/>
                <p:cNvSpPr/>
                <p:nvPr/>
              </p:nvSpPr>
              <p:spPr>
                <a:xfrm>
                  <a:off x="5366288" y="2560967"/>
                  <a:ext cx="116477" cy="45197"/>
                </a:xfrm>
                <a:custGeom>
                  <a:avLst/>
                  <a:gdLst/>
                  <a:ahLst/>
                  <a:cxnLst/>
                  <a:rect l="l" t="t" r="r" b="b"/>
                  <a:pathLst>
                    <a:path w="3559" h="1381" extrusionOk="0">
                      <a:moveTo>
                        <a:pt x="52" y="0"/>
                      </a:moveTo>
                      <a:lnTo>
                        <a:pt x="0" y="1381"/>
                      </a:lnTo>
                      <a:lnTo>
                        <a:pt x="3559" y="1381"/>
                      </a:lnTo>
                      <a:lnTo>
                        <a:pt x="35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0"/>
                <p:cNvSpPr/>
                <p:nvPr/>
              </p:nvSpPr>
              <p:spPr>
                <a:xfrm>
                  <a:off x="4520053" y="2715081"/>
                  <a:ext cx="594855" cy="756398"/>
                </a:xfrm>
                <a:custGeom>
                  <a:avLst/>
                  <a:gdLst/>
                  <a:ahLst/>
                  <a:cxnLst/>
                  <a:rect l="l" t="t" r="r" b="b"/>
                  <a:pathLst>
                    <a:path w="18176" h="23112" extrusionOk="0">
                      <a:moveTo>
                        <a:pt x="3963" y="0"/>
                      </a:moveTo>
                      <a:cubicBezTo>
                        <a:pt x="3963" y="0"/>
                        <a:pt x="4538" y="1267"/>
                        <a:pt x="4958" y="3162"/>
                      </a:cubicBezTo>
                      <a:cubicBezTo>
                        <a:pt x="5008" y="3389"/>
                        <a:pt x="5057" y="3626"/>
                        <a:pt x="5102" y="3870"/>
                      </a:cubicBezTo>
                      <a:cubicBezTo>
                        <a:pt x="5158" y="4169"/>
                        <a:pt x="5205" y="4482"/>
                        <a:pt x="5246" y="4804"/>
                      </a:cubicBezTo>
                      <a:cubicBezTo>
                        <a:pt x="5278" y="5036"/>
                        <a:pt x="5304" y="5272"/>
                        <a:pt x="5326" y="5512"/>
                      </a:cubicBezTo>
                      <a:cubicBezTo>
                        <a:pt x="5351" y="5819"/>
                        <a:pt x="5371" y="6130"/>
                        <a:pt x="5381" y="6450"/>
                      </a:cubicBezTo>
                      <a:cubicBezTo>
                        <a:pt x="5388" y="6684"/>
                        <a:pt x="5390" y="6918"/>
                        <a:pt x="5386" y="7154"/>
                      </a:cubicBezTo>
                      <a:cubicBezTo>
                        <a:pt x="5368" y="8182"/>
                        <a:pt x="5242" y="9249"/>
                        <a:pt x="4954" y="10313"/>
                      </a:cubicBezTo>
                      <a:cubicBezTo>
                        <a:pt x="3566" y="15415"/>
                        <a:pt x="1" y="19087"/>
                        <a:pt x="1585" y="23045"/>
                      </a:cubicBezTo>
                      <a:lnTo>
                        <a:pt x="8865" y="23045"/>
                      </a:lnTo>
                      <a:lnTo>
                        <a:pt x="8865" y="23112"/>
                      </a:lnTo>
                      <a:lnTo>
                        <a:pt x="16589" y="23112"/>
                      </a:lnTo>
                      <a:cubicBezTo>
                        <a:pt x="18175" y="19154"/>
                        <a:pt x="14608" y="15482"/>
                        <a:pt x="13224" y="10382"/>
                      </a:cubicBezTo>
                      <a:cubicBezTo>
                        <a:pt x="12928" y="9294"/>
                        <a:pt x="12803" y="8201"/>
                        <a:pt x="12790" y="7154"/>
                      </a:cubicBezTo>
                      <a:cubicBezTo>
                        <a:pt x="12788" y="6918"/>
                        <a:pt x="12790" y="6682"/>
                        <a:pt x="12797" y="6450"/>
                      </a:cubicBezTo>
                      <a:cubicBezTo>
                        <a:pt x="12805" y="6130"/>
                        <a:pt x="12827" y="5819"/>
                        <a:pt x="12855" y="5512"/>
                      </a:cubicBezTo>
                      <a:cubicBezTo>
                        <a:pt x="12876" y="5272"/>
                        <a:pt x="12904" y="5034"/>
                        <a:pt x="12936" y="4804"/>
                      </a:cubicBezTo>
                      <a:cubicBezTo>
                        <a:pt x="12979" y="4482"/>
                        <a:pt x="13029" y="4169"/>
                        <a:pt x="13084" y="3870"/>
                      </a:cubicBezTo>
                      <a:cubicBezTo>
                        <a:pt x="13129" y="3626"/>
                        <a:pt x="13179" y="3389"/>
                        <a:pt x="13230" y="3162"/>
                      </a:cubicBezTo>
                      <a:cubicBezTo>
                        <a:pt x="13651" y="1303"/>
                        <a:pt x="14213" y="69"/>
                        <a:pt x="14213" y="69"/>
                      </a:cubicBezTo>
                      <a:lnTo>
                        <a:pt x="9311" y="69"/>
                      </a:lnTo>
                      <a:lnTo>
                        <a:pt x="93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0"/>
                <p:cNvSpPr/>
                <p:nvPr/>
              </p:nvSpPr>
              <p:spPr>
                <a:xfrm>
                  <a:off x="4631032" y="2696950"/>
                  <a:ext cx="372832" cy="36360"/>
                </a:xfrm>
                <a:custGeom>
                  <a:avLst/>
                  <a:gdLst/>
                  <a:ahLst/>
                  <a:cxnLst/>
                  <a:rect l="l" t="t" r="r" b="b"/>
                  <a:pathLst>
                    <a:path w="11392" h="1111" extrusionOk="0">
                      <a:moveTo>
                        <a:pt x="72" y="1"/>
                      </a:moveTo>
                      <a:cubicBezTo>
                        <a:pt x="33" y="1"/>
                        <a:pt x="1" y="31"/>
                        <a:pt x="1" y="69"/>
                      </a:cubicBezTo>
                      <a:lnTo>
                        <a:pt x="1" y="1040"/>
                      </a:lnTo>
                      <a:cubicBezTo>
                        <a:pt x="1" y="1078"/>
                        <a:pt x="33" y="1110"/>
                        <a:pt x="72" y="1110"/>
                      </a:cubicBezTo>
                      <a:lnTo>
                        <a:pt x="11322" y="1110"/>
                      </a:lnTo>
                      <a:cubicBezTo>
                        <a:pt x="11361" y="1110"/>
                        <a:pt x="11391" y="1078"/>
                        <a:pt x="11391" y="1040"/>
                      </a:cubicBezTo>
                      <a:lnTo>
                        <a:pt x="11391" y="69"/>
                      </a:lnTo>
                      <a:cubicBezTo>
                        <a:pt x="11391" y="31"/>
                        <a:pt x="11361" y="1"/>
                        <a:pt x="113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0"/>
                <p:cNvSpPr/>
                <p:nvPr/>
              </p:nvSpPr>
              <p:spPr>
                <a:xfrm>
                  <a:off x="4682316" y="2818533"/>
                  <a:ext cx="270755" cy="23237"/>
                </a:xfrm>
                <a:custGeom>
                  <a:avLst/>
                  <a:gdLst/>
                  <a:ahLst/>
                  <a:cxnLst/>
                  <a:rect l="l" t="t" r="r" b="b"/>
                  <a:pathLst>
                    <a:path w="8273" h="710" extrusionOk="0">
                      <a:moveTo>
                        <a:pt x="0" y="1"/>
                      </a:moveTo>
                      <a:cubicBezTo>
                        <a:pt x="50" y="228"/>
                        <a:pt x="99" y="465"/>
                        <a:pt x="144" y="709"/>
                      </a:cubicBezTo>
                      <a:lnTo>
                        <a:pt x="8126" y="709"/>
                      </a:lnTo>
                      <a:cubicBezTo>
                        <a:pt x="8171" y="465"/>
                        <a:pt x="8221" y="228"/>
                        <a:pt x="8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0"/>
                <p:cNvSpPr/>
                <p:nvPr/>
              </p:nvSpPr>
              <p:spPr>
                <a:xfrm>
                  <a:off x="4691741" y="2872271"/>
                  <a:ext cx="251707" cy="23237"/>
                </a:xfrm>
                <a:custGeom>
                  <a:avLst/>
                  <a:gdLst/>
                  <a:ahLst/>
                  <a:cxnLst/>
                  <a:rect l="l" t="t" r="r" b="b"/>
                  <a:pathLst>
                    <a:path w="7691" h="710" extrusionOk="0">
                      <a:moveTo>
                        <a:pt x="0" y="1"/>
                      </a:moveTo>
                      <a:cubicBezTo>
                        <a:pt x="32" y="233"/>
                        <a:pt x="58" y="469"/>
                        <a:pt x="80" y="709"/>
                      </a:cubicBezTo>
                      <a:lnTo>
                        <a:pt x="7609" y="709"/>
                      </a:lnTo>
                      <a:cubicBezTo>
                        <a:pt x="7630" y="469"/>
                        <a:pt x="7658" y="231"/>
                        <a:pt x="76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0"/>
                <p:cNvSpPr/>
                <p:nvPr/>
              </p:nvSpPr>
              <p:spPr>
                <a:xfrm>
                  <a:off x="4696160" y="2926174"/>
                  <a:ext cx="242707" cy="23073"/>
                </a:xfrm>
                <a:custGeom>
                  <a:avLst/>
                  <a:gdLst/>
                  <a:ahLst/>
                  <a:cxnLst/>
                  <a:rect l="l" t="t" r="r" b="b"/>
                  <a:pathLst>
                    <a:path w="7416" h="705" extrusionOk="0">
                      <a:moveTo>
                        <a:pt x="0" y="0"/>
                      </a:moveTo>
                      <a:cubicBezTo>
                        <a:pt x="7" y="234"/>
                        <a:pt x="9" y="468"/>
                        <a:pt x="5" y="704"/>
                      </a:cubicBezTo>
                      <a:lnTo>
                        <a:pt x="7409" y="704"/>
                      </a:lnTo>
                      <a:cubicBezTo>
                        <a:pt x="7407" y="468"/>
                        <a:pt x="7409" y="232"/>
                        <a:pt x="74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0"/>
                <p:cNvSpPr/>
                <p:nvPr/>
              </p:nvSpPr>
              <p:spPr>
                <a:xfrm>
                  <a:off x="5202323" y="2784463"/>
                  <a:ext cx="339515" cy="687016"/>
                </a:xfrm>
                <a:custGeom>
                  <a:avLst/>
                  <a:gdLst/>
                  <a:ahLst/>
                  <a:cxnLst/>
                  <a:rect l="l" t="t" r="r" b="b"/>
                  <a:pathLst>
                    <a:path w="10374" h="20992" extrusionOk="0">
                      <a:moveTo>
                        <a:pt x="10374" y="1"/>
                      </a:moveTo>
                      <a:lnTo>
                        <a:pt x="1" y="2173"/>
                      </a:lnTo>
                      <a:lnTo>
                        <a:pt x="1" y="20992"/>
                      </a:lnTo>
                      <a:lnTo>
                        <a:pt x="10374" y="20992"/>
                      </a:lnTo>
                      <a:lnTo>
                        <a:pt x="1037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0"/>
                <p:cNvSpPr/>
                <p:nvPr/>
              </p:nvSpPr>
              <p:spPr>
                <a:xfrm>
                  <a:off x="5372113" y="3378664"/>
                  <a:ext cx="27426" cy="44215"/>
                </a:xfrm>
                <a:custGeom>
                  <a:avLst/>
                  <a:gdLst/>
                  <a:ahLst/>
                  <a:cxnLst/>
                  <a:rect l="l" t="t" r="r" b="b"/>
                  <a:pathLst>
                    <a:path w="838" h="1351" extrusionOk="0">
                      <a:moveTo>
                        <a:pt x="0" y="0"/>
                      </a:moveTo>
                      <a:lnTo>
                        <a:pt x="0" y="1351"/>
                      </a:lnTo>
                      <a:lnTo>
                        <a:pt x="837" y="1351"/>
                      </a:lnTo>
                      <a:lnTo>
                        <a:pt x="8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0"/>
                <p:cNvSpPr/>
                <p:nvPr/>
              </p:nvSpPr>
              <p:spPr>
                <a:xfrm>
                  <a:off x="5422186" y="3378664"/>
                  <a:ext cx="27426" cy="44215"/>
                </a:xfrm>
                <a:custGeom>
                  <a:avLst/>
                  <a:gdLst/>
                  <a:ahLst/>
                  <a:cxnLst/>
                  <a:rect l="l" t="t" r="r" b="b"/>
                  <a:pathLst>
                    <a:path w="838" h="1351" extrusionOk="0">
                      <a:moveTo>
                        <a:pt x="0" y="0"/>
                      </a:moveTo>
                      <a:lnTo>
                        <a:pt x="0" y="1351"/>
                      </a:lnTo>
                      <a:lnTo>
                        <a:pt x="838" y="1351"/>
                      </a:lnTo>
                      <a:lnTo>
                        <a:pt x="8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0"/>
                <p:cNvSpPr/>
                <p:nvPr/>
              </p:nvSpPr>
              <p:spPr>
                <a:xfrm>
                  <a:off x="5472260" y="3378664"/>
                  <a:ext cx="27426" cy="44215"/>
                </a:xfrm>
                <a:custGeom>
                  <a:avLst/>
                  <a:gdLst/>
                  <a:ahLst/>
                  <a:cxnLst/>
                  <a:rect l="l" t="t" r="r" b="b"/>
                  <a:pathLst>
                    <a:path w="838" h="1351" extrusionOk="0">
                      <a:moveTo>
                        <a:pt x="1" y="0"/>
                      </a:moveTo>
                      <a:lnTo>
                        <a:pt x="1" y="1351"/>
                      </a:lnTo>
                      <a:lnTo>
                        <a:pt x="838" y="1351"/>
                      </a:lnTo>
                      <a:lnTo>
                        <a:pt x="8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0"/>
                <p:cNvSpPr/>
                <p:nvPr/>
              </p:nvSpPr>
              <p:spPr>
                <a:xfrm>
                  <a:off x="5202323" y="2926174"/>
                  <a:ext cx="339515" cy="58026"/>
                </a:xfrm>
                <a:custGeom>
                  <a:avLst/>
                  <a:gdLst/>
                  <a:ahLst/>
                  <a:cxnLst/>
                  <a:rect l="l" t="t" r="r" b="b"/>
                  <a:pathLst>
                    <a:path w="10374" h="1773" extrusionOk="0">
                      <a:moveTo>
                        <a:pt x="1" y="0"/>
                      </a:moveTo>
                      <a:lnTo>
                        <a:pt x="1" y="1773"/>
                      </a:lnTo>
                      <a:lnTo>
                        <a:pt x="10374" y="1773"/>
                      </a:lnTo>
                      <a:lnTo>
                        <a:pt x="103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0"/>
                <p:cNvSpPr/>
                <p:nvPr/>
              </p:nvSpPr>
              <p:spPr>
                <a:xfrm>
                  <a:off x="4723553" y="3084411"/>
                  <a:ext cx="619924" cy="405985"/>
                </a:xfrm>
                <a:custGeom>
                  <a:avLst/>
                  <a:gdLst/>
                  <a:ahLst/>
                  <a:cxnLst/>
                  <a:rect l="l" t="t" r="r" b="b"/>
                  <a:pathLst>
                    <a:path w="18942" h="12405" extrusionOk="0">
                      <a:moveTo>
                        <a:pt x="0" y="1"/>
                      </a:moveTo>
                      <a:lnTo>
                        <a:pt x="0" y="12404"/>
                      </a:lnTo>
                      <a:lnTo>
                        <a:pt x="18941" y="12404"/>
                      </a:lnTo>
                      <a:lnTo>
                        <a:pt x="189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0"/>
                <p:cNvSpPr/>
                <p:nvPr/>
              </p:nvSpPr>
              <p:spPr>
                <a:xfrm>
                  <a:off x="5181050" y="3128593"/>
                  <a:ext cx="114939" cy="16396"/>
                </a:xfrm>
                <a:custGeom>
                  <a:avLst/>
                  <a:gdLst/>
                  <a:ahLst/>
                  <a:cxnLst/>
                  <a:rect l="l" t="t" r="r" b="b"/>
                  <a:pathLst>
                    <a:path w="3512" h="501" extrusionOk="0">
                      <a:moveTo>
                        <a:pt x="249" y="1"/>
                      </a:moveTo>
                      <a:cubicBezTo>
                        <a:pt x="112" y="1"/>
                        <a:pt x="0" y="112"/>
                        <a:pt x="0" y="252"/>
                      </a:cubicBezTo>
                      <a:cubicBezTo>
                        <a:pt x="0" y="389"/>
                        <a:pt x="112" y="501"/>
                        <a:pt x="249" y="501"/>
                      </a:cubicBezTo>
                      <a:lnTo>
                        <a:pt x="3263" y="501"/>
                      </a:lnTo>
                      <a:cubicBezTo>
                        <a:pt x="3400" y="501"/>
                        <a:pt x="3512" y="389"/>
                        <a:pt x="3512" y="252"/>
                      </a:cubicBezTo>
                      <a:cubicBezTo>
                        <a:pt x="3512" y="112"/>
                        <a:pt x="3400" y="1"/>
                        <a:pt x="32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0"/>
                <p:cNvSpPr/>
                <p:nvPr/>
              </p:nvSpPr>
              <p:spPr>
                <a:xfrm>
                  <a:off x="5181050" y="3163644"/>
                  <a:ext cx="114939" cy="16331"/>
                </a:xfrm>
                <a:custGeom>
                  <a:avLst/>
                  <a:gdLst/>
                  <a:ahLst/>
                  <a:cxnLst/>
                  <a:rect l="l" t="t" r="r" b="b"/>
                  <a:pathLst>
                    <a:path w="3512" h="499" extrusionOk="0">
                      <a:moveTo>
                        <a:pt x="249" y="1"/>
                      </a:moveTo>
                      <a:cubicBezTo>
                        <a:pt x="112" y="1"/>
                        <a:pt x="0" y="112"/>
                        <a:pt x="0" y="250"/>
                      </a:cubicBezTo>
                      <a:cubicBezTo>
                        <a:pt x="0" y="387"/>
                        <a:pt x="112" y="499"/>
                        <a:pt x="249" y="499"/>
                      </a:cubicBezTo>
                      <a:lnTo>
                        <a:pt x="3263" y="499"/>
                      </a:lnTo>
                      <a:cubicBezTo>
                        <a:pt x="3400" y="499"/>
                        <a:pt x="3512" y="387"/>
                        <a:pt x="3512" y="250"/>
                      </a:cubicBezTo>
                      <a:cubicBezTo>
                        <a:pt x="3512" y="112"/>
                        <a:pt x="3400" y="1"/>
                        <a:pt x="32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0"/>
                <p:cNvSpPr/>
                <p:nvPr/>
              </p:nvSpPr>
              <p:spPr>
                <a:xfrm>
                  <a:off x="5181050" y="3198630"/>
                  <a:ext cx="114939" cy="16396"/>
                </a:xfrm>
                <a:custGeom>
                  <a:avLst/>
                  <a:gdLst/>
                  <a:ahLst/>
                  <a:cxnLst/>
                  <a:rect l="l" t="t" r="r" b="b"/>
                  <a:pathLst>
                    <a:path w="3512" h="501" extrusionOk="0">
                      <a:moveTo>
                        <a:pt x="249" y="1"/>
                      </a:moveTo>
                      <a:cubicBezTo>
                        <a:pt x="112" y="1"/>
                        <a:pt x="0" y="112"/>
                        <a:pt x="0" y="250"/>
                      </a:cubicBezTo>
                      <a:cubicBezTo>
                        <a:pt x="0" y="389"/>
                        <a:pt x="112" y="501"/>
                        <a:pt x="249" y="501"/>
                      </a:cubicBezTo>
                      <a:lnTo>
                        <a:pt x="3263" y="501"/>
                      </a:lnTo>
                      <a:cubicBezTo>
                        <a:pt x="3400" y="501"/>
                        <a:pt x="3512" y="389"/>
                        <a:pt x="3512" y="250"/>
                      </a:cubicBezTo>
                      <a:cubicBezTo>
                        <a:pt x="3512" y="112"/>
                        <a:pt x="3400" y="1"/>
                        <a:pt x="32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0"/>
                <p:cNvSpPr/>
                <p:nvPr/>
              </p:nvSpPr>
              <p:spPr>
                <a:xfrm>
                  <a:off x="5181050" y="3233616"/>
                  <a:ext cx="114939" cy="16396"/>
                </a:xfrm>
                <a:custGeom>
                  <a:avLst/>
                  <a:gdLst/>
                  <a:ahLst/>
                  <a:cxnLst/>
                  <a:rect l="l" t="t" r="r" b="b"/>
                  <a:pathLst>
                    <a:path w="3512" h="501" extrusionOk="0">
                      <a:moveTo>
                        <a:pt x="249" y="0"/>
                      </a:moveTo>
                      <a:cubicBezTo>
                        <a:pt x="112" y="0"/>
                        <a:pt x="0" y="112"/>
                        <a:pt x="0" y="252"/>
                      </a:cubicBezTo>
                      <a:cubicBezTo>
                        <a:pt x="0" y="389"/>
                        <a:pt x="112" y="500"/>
                        <a:pt x="249" y="500"/>
                      </a:cubicBezTo>
                      <a:lnTo>
                        <a:pt x="3263" y="500"/>
                      </a:lnTo>
                      <a:cubicBezTo>
                        <a:pt x="3400" y="500"/>
                        <a:pt x="3512" y="389"/>
                        <a:pt x="3512" y="252"/>
                      </a:cubicBezTo>
                      <a:cubicBezTo>
                        <a:pt x="3512" y="112"/>
                        <a:pt x="3400" y="0"/>
                        <a:pt x="32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0"/>
                <p:cNvSpPr/>
                <p:nvPr/>
              </p:nvSpPr>
              <p:spPr>
                <a:xfrm>
                  <a:off x="5181050" y="3268667"/>
                  <a:ext cx="114939" cy="16331"/>
                </a:xfrm>
                <a:custGeom>
                  <a:avLst/>
                  <a:gdLst/>
                  <a:ahLst/>
                  <a:cxnLst/>
                  <a:rect l="l" t="t" r="r" b="b"/>
                  <a:pathLst>
                    <a:path w="3512" h="499" extrusionOk="0">
                      <a:moveTo>
                        <a:pt x="249" y="0"/>
                      </a:moveTo>
                      <a:cubicBezTo>
                        <a:pt x="112" y="0"/>
                        <a:pt x="0" y="112"/>
                        <a:pt x="0" y="249"/>
                      </a:cubicBezTo>
                      <a:cubicBezTo>
                        <a:pt x="0" y="387"/>
                        <a:pt x="112" y="498"/>
                        <a:pt x="249" y="498"/>
                      </a:cubicBezTo>
                      <a:lnTo>
                        <a:pt x="3263" y="498"/>
                      </a:lnTo>
                      <a:cubicBezTo>
                        <a:pt x="3400" y="498"/>
                        <a:pt x="3512" y="387"/>
                        <a:pt x="3512" y="249"/>
                      </a:cubicBezTo>
                      <a:cubicBezTo>
                        <a:pt x="3512" y="112"/>
                        <a:pt x="3400" y="0"/>
                        <a:pt x="32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0"/>
                <p:cNvSpPr/>
                <p:nvPr/>
              </p:nvSpPr>
              <p:spPr>
                <a:xfrm>
                  <a:off x="5181050" y="3303652"/>
                  <a:ext cx="114939" cy="16396"/>
                </a:xfrm>
                <a:custGeom>
                  <a:avLst/>
                  <a:gdLst/>
                  <a:ahLst/>
                  <a:cxnLst/>
                  <a:rect l="l" t="t" r="r" b="b"/>
                  <a:pathLst>
                    <a:path w="3512" h="501" extrusionOk="0">
                      <a:moveTo>
                        <a:pt x="249" y="0"/>
                      </a:moveTo>
                      <a:cubicBezTo>
                        <a:pt x="112" y="0"/>
                        <a:pt x="0" y="112"/>
                        <a:pt x="0" y="249"/>
                      </a:cubicBezTo>
                      <a:cubicBezTo>
                        <a:pt x="0" y="389"/>
                        <a:pt x="112" y="500"/>
                        <a:pt x="249" y="500"/>
                      </a:cubicBezTo>
                      <a:lnTo>
                        <a:pt x="3263" y="500"/>
                      </a:lnTo>
                      <a:cubicBezTo>
                        <a:pt x="3400" y="500"/>
                        <a:pt x="3512" y="389"/>
                        <a:pt x="3512" y="249"/>
                      </a:cubicBezTo>
                      <a:cubicBezTo>
                        <a:pt x="3512" y="112"/>
                        <a:pt x="3400" y="0"/>
                        <a:pt x="32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0"/>
                <p:cNvSpPr/>
                <p:nvPr/>
              </p:nvSpPr>
              <p:spPr>
                <a:xfrm>
                  <a:off x="5181050" y="3338638"/>
                  <a:ext cx="114939" cy="16396"/>
                </a:xfrm>
                <a:custGeom>
                  <a:avLst/>
                  <a:gdLst/>
                  <a:ahLst/>
                  <a:cxnLst/>
                  <a:rect l="l" t="t" r="r" b="b"/>
                  <a:pathLst>
                    <a:path w="3512" h="501" extrusionOk="0">
                      <a:moveTo>
                        <a:pt x="249" y="0"/>
                      </a:moveTo>
                      <a:cubicBezTo>
                        <a:pt x="112" y="0"/>
                        <a:pt x="0" y="112"/>
                        <a:pt x="0" y="251"/>
                      </a:cubicBezTo>
                      <a:cubicBezTo>
                        <a:pt x="0" y="389"/>
                        <a:pt x="112" y="500"/>
                        <a:pt x="249" y="500"/>
                      </a:cubicBezTo>
                      <a:lnTo>
                        <a:pt x="3263" y="500"/>
                      </a:lnTo>
                      <a:cubicBezTo>
                        <a:pt x="3400" y="500"/>
                        <a:pt x="3512" y="389"/>
                        <a:pt x="3512" y="251"/>
                      </a:cubicBezTo>
                      <a:cubicBezTo>
                        <a:pt x="3512" y="112"/>
                        <a:pt x="3400" y="0"/>
                        <a:pt x="32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0"/>
                <p:cNvSpPr/>
                <p:nvPr/>
              </p:nvSpPr>
              <p:spPr>
                <a:xfrm>
                  <a:off x="5181050" y="3373689"/>
                  <a:ext cx="114939" cy="16331"/>
                </a:xfrm>
                <a:custGeom>
                  <a:avLst/>
                  <a:gdLst/>
                  <a:ahLst/>
                  <a:cxnLst/>
                  <a:rect l="l" t="t" r="r" b="b"/>
                  <a:pathLst>
                    <a:path w="3512" h="499" extrusionOk="0">
                      <a:moveTo>
                        <a:pt x="249" y="0"/>
                      </a:moveTo>
                      <a:cubicBezTo>
                        <a:pt x="112" y="0"/>
                        <a:pt x="0" y="112"/>
                        <a:pt x="0" y="249"/>
                      </a:cubicBezTo>
                      <a:cubicBezTo>
                        <a:pt x="0" y="386"/>
                        <a:pt x="112" y="498"/>
                        <a:pt x="249" y="498"/>
                      </a:cubicBezTo>
                      <a:lnTo>
                        <a:pt x="3263" y="498"/>
                      </a:lnTo>
                      <a:cubicBezTo>
                        <a:pt x="3400" y="498"/>
                        <a:pt x="3512" y="386"/>
                        <a:pt x="3512" y="249"/>
                      </a:cubicBezTo>
                      <a:cubicBezTo>
                        <a:pt x="3512" y="112"/>
                        <a:pt x="3400" y="0"/>
                        <a:pt x="32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0"/>
                <p:cNvSpPr/>
                <p:nvPr/>
              </p:nvSpPr>
              <p:spPr>
                <a:xfrm>
                  <a:off x="4723553" y="3038265"/>
                  <a:ext cx="619924" cy="46179"/>
                </a:xfrm>
                <a:custGeom>
                  <a:avLst/>
                  <a:gdLst/>
                  <a:ahLst/>
                  <a:cxnLst/>
                  <a:rect l="l" t="t" r="r" b="b"/>
                  <a:pathLst>
                    <a:path w="18942" h="1411" extrusionOk="0">
                      <a:moveTo>
                        <a:pt x="0" y="1"/>
                      </a:moveTo>
                      <a:lnTo>
                        <a:pt x="0" y="1411"/>
                      </a:lnTo>
                      <a:lnTo>
                        <a:pt x="18941" y="1411"/>
                      </a:lnTo>
                      <a:lnTo>
                        <a:pt x="1894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0"/>
                <p:cNvSpPr/>
                <p:nvPr/>
              </p:nvSpPr>
              <p:spPr>
                <a:xfrm>
                  <a:off x="4774411" y="3128593"/>
                  <a:ext cx="79266" cy="126263"/>
                </a:xfrm>
                <a:custGeom>
                  <a:avLst/>
                  <a:gdLst/>
                  <a:ahLst/>
                  <a:cxnLst/>
                  <a:rect l="l" t="t" r="r" b="b"/>
                  <a:pathLst>
                    <a:path w="2422" h="3858" extrusionOk="0">
                      <a:moveTo>
                        <a:pt x="0" y="1"/>
                      </a:moveTo>
                      <a:lnTo>
                        <a:pt x="0" y="3858"/>
                      </a:lnTo>
                      <a:lnTo>
                        <a:pt x="2421" y="3858"/>
                      </a:lnTo>
                      <a:lnTo>
                        <a:pt x="24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0"/>
                <p:cNvSpPr/>
                <p:nvPr/>
              </p:nvSpPr>
              <p:spPr>
                <a:xfrm>
                  <a:off x="4792182" y="3146364"/>
                  <a:ext cx="43724" cy="90786"/>
                </a:xfrm>
                <a:custGeom>
                  <a:avLst/>
                  <a:gdLst/>
                  <a:ahLst/>
                  <a:cxnLst/>
                  <a:rect l="l" t="t" r="r" b="b"/>
                  <a:pathLst>
                    <a:path w="1336" h="2774" extrusionOk="0">
                      <a:moveTo>
                        <a:pt x="0" y="1"/>
                      </a:moveTo>
                      <a:lnTo>
                        <a:pt x="0" y="2774"/>
                      </a:lnTo>
                      <a:lnTo>
                        <a:pt x="1335" y="2774"/>
                      </a:lnTo>
                      <a:lnTo>
                        <a:pt x="13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0"/>
                <p:cNvSpPr/>
                <p:nvPr/>
              </p:nvSpPr>
              <p:spPr>
                <a:xfrm>
                  <a:off x="4913405" y="3128593"/>
                  <a:ext cx="79201" cy="126263"/>
                </a:xfrm>
                <a:custGeom>
                  <a:avLst/>
                  <a:gdLst/>
                  <a:ahLst/>
                  <a:cxnLst/>
                  <a:rect l="l" t="t" r="r" b="b"/>
                  <a:pathLst>
                    <a:path w="2420" h="3858" extrusionOk="0">
                      <a:moveTo>
                        <a:pt x="1" y="1"/>
                      </a:moveTo>
                      <a:lnTo>
                        <a:pt x="1" y="3858"/>
                      </a:lnTo>
                      <a:lnTo>
                        <a:pt x="2420" y="3858"/>
                      </a:lnTo>
                      <a:lnTo>
                        <a:pt x="24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0"/>
                <p:cNvSpPr/>
                <p:nvPr/>
              </p:nvSpPr>
              <p:spPr>
                <a:xfrm>
                  <a:off x="4931176" y="3146364"/>
                  <a:ext cx="43724" cy="90786"/>
                </a:xfrm>
                <a:custGeom>
                  <a:avLst/>
                  <a:gdLst/>
                  <a:ahLst/>
                  <a:cxnLst/>
                  <a:rect l="l" t="t" r="r" b="b"/>
                  <a:pathLst>
                    <a:path w="1336" h="2774" extrusionOk="0">
                      <a:moveTo>
                        <a:pt x="1" y="1"/>
                      </a:moveTo>
                      <a:lnTo>
                        <a:pt x="1" y="2774"/>
                      </a:lnTo>
                      <a:lnTo>
                        <a:pt x="1336" y="2774"/>
                      </a:lnTo>
                      <a:lnTo>
                        <a:pt x="133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0"/>
                <p:cNvSpPr/>
                <p:nvPr/>
              </p:nvSpPr>
              <p:spPr>
                <a:xfrm>
                  <a:off x="5052366" y="3128593"/>
                  <a:ext cx="79266" cy="126263"/>
                </a:xfrm>
                <a:custGeom>
                  <a:avLst/>
                  <a:gdLst/>
                  <a:ahLst/>
                  <a:cxnLst/>
                  <a:rect l="l" t="t" r="r" b="b"/>
                  <a:pathLst>
                    <a:path w="2422" h="3858" extrusionOk="0">
                      <a:moveTo>
                        <a:pt x="0" y="1"/>
                      </a:moveTo>
                      <a:lnTo>
                        <a:pt x="0" y="3858"/>
                      </a:lnTo>
                      <a:lnTo>
                        <a:pt x="2421" y="3858"/>
                      </a:lnTo>
                      <a:lnTo>
                        <a:pt x="24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0"/>
                <p:cNvSpPr/>
                <p:nvPr/>
              </p:nvSpPr>
              <p:spPr>
                <a:xfrm>
                  <a:off x="5070137" y="3146364"/>
                  <a:ext cx="43724" cy="90786"/>
                </a:xfrm>
                <a:custGeom>
                  <a:avLst/>
                  <a:gdLst/>
                  <a:ahLst/>
                  <a:cxnLst/>
                  <a:rect l="l" t="t" r="r" b="b"/>
                  <a:pathLst>
                    <a:path w="1336" h="2774" extrusionOk="0">
                      <a:moveTo>
                        <a:pt x="0" y="1"/>
                      </a:moveTo>
                      <a:lnTo>
                        <a:pt x="0" y="2774"/>
                      </a:lnTo>
                      <a:lnTo>
                        <a:pt x="1335" y="2774"/>
                      </a:lnTo>
                      <a:lnTo>
                        <a:pt x="13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0"/>
                <p:cNvSpPr/>
                <p:nvPr/>
              </p:nvSpPr>
              <p:spPr>
                <a:xfrm>
                  <a:off x="4774411" y="3299005"/>
                  <a:ext cx="79266" cy="126197"/>
                </a:xfrm>
                <a:custGeom>
                  <a:avLst/>
                  <a:gdLst/>
                  <a:ahLst/>
                  <a:cxnLst/>
                  <a:rect l="l" t="t" r="r" b="b"/>
                  <a:pathLst>
                    <a:path w="2422" h="3856" extrusionOk="0">
                      <a:moveTo>
                        <a:pt x="0" y="1"/>
                      </a:moveTo>
                      <a:lnTo>
                        <a:pt x="0" y="3855"/>
                      </a:lnTo>
                      <a:lnTo>
                        <a:pt x="2421" y="3855"/>
                      </a:lnTo>
                      <a:lnTo>
                        <a:pt x="24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0"/>
                <p:cNvSpPr/>
                <p:nvPr/>
              </p:nvSpPr>
              <p:spPr>
                <a:xfrm>
                  <a:off x="4792182" y="3316711"/>
                  <a:ext cx="43724" cy="90786"/>
                </a:xfrm>
                <a:custGeom>
                  <a:avLst/>
                  <a:gdLst/>
                  <a:ahLst/>
                  <a:cxnLst/>
                  <a:rect l="l" t="t" r="r" b="b"/>
                  <a:pathLst>
                    <a:path w="1336" h="2774" extrusionOk="0">
                      <a:moveTo>
                        <a:pt x="0" y="0"/>
                      </a:moveTo>
                      <a:lnTo>
                        <a:pt x="0" y="2773"/>
                      </a:lnTo>
                      <a:lnTo>
                        <a:pt x="1335" y="2773"/>
                      </a:lnTo>
                      <a:lnTo>
                        <a:pt x="13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0"/>
                <p:cNvSpPr/>
                <p:nvPr/>
              </p:nvSpPr>
              <p:spPr>
                <a:xfrm>
                  <a:off x="4913405" y="3299005"/>
                  <a:ext cx="79201" cy="126197"/>
                </a:xfrm>
                <a:custGeom>
                  <a:avLst/>
                  <a:gdLst/>
                  <a:ahLst/>
                  <a:cxnLst/>
                  <a:rect l="l" t="t" r="r" b="b"/>
                  <a:pathLst>
                    <a:path w="2420" h="3856" extrusionOk="0">
                      <a:moveTo>
                        <a:pt x="1" y="1"/>
                      </a:moveTo>
                      <a:lnTo>
                        <a:pt x="1" y="3855"/>
                      </a:lnTo>
                      <a:lnTo>
                        <a:pt x="2420" y="3855"/>
                      </a:lnTo>
                      <a:lnTo>
                        <a:pt x="24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0"/>
                <p:cNvSpPr/>
                <p:nvPr/>
              </p:nvSpPr>
              <p:spPr>
                <a:xfrm>
                  <a:off x="4931176" y="3316711"/>
                  <a:ext cx="43724" cy="90786"/>
                </a:xfrm>
                <a:custGeom>
                  <a:avLst/>
                  <a:gdLst/>
                  <a:ahLst/>
                  <a:cxnLst/>
                  <a:rect l="l" t="t" r="r" b="b"/>
                  <a:pathLst>
                    <a:path w="1336" h="2774" extrusionOk="0">
                      <a:moveTo>
                        <a:pt x="1" y="0"/>
                      </a:moveTo>
                      <a:lnTo>
                        <a:pt x="1" y="2773"/>
                      </a:lnTo>
                      <a:lnTo>
                        <a:pt x="1336" y="2773"/>
                      </a:lnTo>
                      <a:lnTo>
                        <a:pt x="133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0"/>
                <p:cNvSpPr/>
                <p:nvPr/>
              </p:nvSpPr>
              <p:spPr>
                <a:xfrm>
                  <a:off x="5052366" y="3299005"/>
                  <a:ext cx="79266" cy="126197"/>
                </a:xfrm>
                <a:custGeom>
                  <a:avLst/>
                  <a:gdLst/>
                  <a:ahLst/>
                  <a:cxnLst/>
                  <a:rect l="l" t="t" r="r" b="b"/>
                  <a:pathLst>
                    <a:path w="2422" h="3856" extrusionOk="0">
                      <a:moveTo>
                        <a:pt x="0" y="1"/>
                      </a:moveTo>
                      <a:lnTo>
                        <a:pt x="0" y="3855"/>
                      </a:lnTo>
                      <a:lnTo>
                        <a:pt x="2421" y="3855"/>
                      </a:lnTo>
                      <a:lnTo>
                        <a:pt x="24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0"/>
                <p:cNvSpPr/>
                <p:nvPr/>
              </p:nvSpPr>
              <p:spPr>
                <a:xfrm>
                  <a:off x="5070137" y="3316711"/>
                  <a:ext cx="43724" cy="90786"/>
                </a:xfrm>
                <a:custGeom>
                  <a:avLst/>
                  <a:gdLst/>
                  <a:ahLst/>
                  <a:cxnLst/>
                  <a:rect l="l" t="t" r="r" b="b"/>
                  <a:pathLst>
                    <a:path w="1336" h="2774" extrusionOk="0">
                      <a:moveTo>
                        <a:pt x="0" y="0"/>
                      </a:moveTo>
                      <a:lnTo>
                        <a:pt x="0" y="2773"/>
                      </a:lnTo>
                      <a:lnTo>
                        <a:pt x="1335" y="2773"/>
                      </a:lnTo>
                      <a:lnTo>
                        <a:pt x="13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0"/>
                <p:cNvSpPr/>
                <p:nvPr/>
              </p:nvSpPr>
              <p:spPr>
                <a:xfrm>
                  <a:off x="5411648" y="3081956"/>
                  <a:ext cx="65291" cy="126328"/>
                </a:xfrm>
                <a:custGeom>
                  <a:avLst/>
                  <a:gdLst/>
                  <a:ahLst/>
                  <a:cxnLst/>
                  <a:rect l="l" t="t" r="r" b="b"/>
                  <a:pathLst>
                    <a:path w="1995" h="3860" extrusionOk="0">
                      <a:moveTo>
                        <a:pt x="1" y="1"/>
                      </a:moveTo>
                      <a:lnTo>
                        <a:pt x="1" y="3860"/>
                      </a:lnTo>
                      <a:lnTo>
                        <a:pt x="1994" y="3860"/>
                      </a:lnTo>
                      <a:lnTo>
                        <a:pt x="19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0"/>
                <p:cNvSpPr/>
                <p:nvPr/>
              </p:nvSpPr>
              <p:spPr>
                <a:xfrm>
                  <a:off x="5306920" y="3120935"/>
                  <a:ext cx="142692" cy="62280"/>
                </a:xfrm>
                <a:custGeom>
                  <a:avLst/>
                  <a:gdLst/>
                  <a:ahLst/>
                  <a:cxnLst/>
                  <a:rect l="l" t="t" r="r" b="b"/>
                  <a:pathLst>
                    <a:path w="4360" h="1903" extrusionOk="0">
                      <a:moveTo>
                        <a:pt x="0" y="1"/>
                      </a:moveTo>
                      <a:lnTo>
                        <a:pt x="0" y="1902"/>
                      </a:lnTo>
                      <a:lnTo>
                        <a:pt x="4360" y="1902"/>
                      </a:lnTo>
                      <a:lnTo>
                        <a:pt x="436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0"/>
                <p:cNvSpPr/>
                <p:nvPr/>
              </p:nvSpPr>
              <p:spPr>
                <a:xfrm>
                  <a:off x="5372113" y="3254823"/>
                  <a:ext cx="27426" cy="44215"/>
                </a:xfrm>
                <a:custGeom>
                  <a:avLst/>
                  <a:gdLst/>
                  <a:ahLst/>
                  <a:cxnLst/>
                  <a:rect l="l" t="t" r="r" b="b"/>
                  <a:pathLst>
                    <a:path w="838" h="1351" extrusionOk="0">
                      <a:moveTo>
                        <a:pt x="0" y="1"/>
                      </a:moveTo>
                      <a:lnTo>
                        <a:pt x="0" y="1351"/>
                      </a:lnTo>
                      <a:lnTo>
                        <a:pt x="837" y="1351"/>
                      </a:lnTo>
                      <a:lnTo>
                        <a:pt x="83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0"/>
                <p:cNvSpPr/>
                <p:nvPr/>
              </p:nvSpPr>
              <p:spPr>
                <a:xfrm>
                  <a:off x="5422186" y="3254823"/>
                  <a:ext cx="27426" cy="44215"/>
                </a:xfrm>
                <a:custGeom>
                  <a:avLst/>
                  <a:gdLst/>
                  <a:ahLst/>
                  <a:cxnLst/>
                  <a:rect l="l" t="t" r="r" b="b"/>
                  <a:pathLst>
                    <a:path w="838" h="1351" extrusionOk="0">
                      <a:moveTo>
                        <a:pt x="0" y="1"/>
                      </a:moveTo>
                      <a:lnTo>
                        <a:pt x="0" y="1351"/>
                      </a:lnTo>
                      <a:lnTo>
                        <a:pt x="838" y="1351"/>
                      </a:lnTo>
                      <a:lnTo>
                        <a:pt x="8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0"/>
                <p:cNvSpPr/>
                <p:nvPr/>
              </p:nvSpPr>
              <p:spPr>
                <a:xfrm>
                  <a:off x="5472260" y="3254823"/>
                  <a:ext cx="27426" cy="44215"/>
                </a:xfrm>
                <a:custGeom>
                  <a:avLst/>
                  <a:gdLst/>
                  <a:ahLst/>
                  <a:cxnLst/>
                  <a:rect l="l" t="t" r="r" b="b"/>
                  <a:pathLst>
                    <a:path w="838" h="1351" extrusionOk="0">
                      <a:moveTo>
                        <a:pt x="1" y="1"/>
                      </a:moveTo>
                      <a:lnTo>
                        <a:pt x="1" y="1351"/>
                      </a:lnTo>
                      <a:lnTo>
                        <a:pt x="838" y="1351"/>
                      </a:lnTo>
                      <a:lnTo>
                        <a:pt x="8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0"/>
                <p:cNvSpPr/>
                <p:nvPr/>
              </p:nvSpPr>
              <p:spPr>
                <a:xfrm>
                  <a:off x="5372113" y="3316711"/>
                  <a:ext cx="27426" cy="44215"/>
                </a:xfrm>
                <a:custGeom>
                  <a:avLst/>
                  <a:gdLst/>
                  <a:ahLst/>
                  <a:cxnLst/>
                  <a:rect l="l" t="t" r="r" b="b"/>
                  <a:pathLst>
                    <a:path w="838" h="1351" extrusionOk="0">
                      <a:moveTo>
                        <a:pt x="0" y="0"/>
                      </a:moveTo>
                      <a:lnTo>
                        <a:pt x="0" y="1350"/>
                      </a:lnTo>
                      <a:lnTo>
                        <a:pt x="837" y="1350"/>
                      </a:lnTo>
                      <a:lnTo>
                        <a:pt x="8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0"/>
                <p:cNvSpPr/>
                <p:nvPr/>
              </p:nvSpPr>
              <p:spPr>
                <a:xfrm>
                  <a:off x="5422186" y="3316711"/>
                  <a:ext cx="27426" cy="44215"/>
                </a:xfrm>
                <a:custGeom>
                  <a:avLst/>
                  <a:gdLst/>
                  <a:ahLst/>
                  <a:cxnLst/>
                  <a:rect l="l" t="t" r="r" b="b"/>
                  <a:pathLst>
                    <a:path w="838" h="1351" extrusionOk="0">
                      <a:moveTo>
                        <a:pt x="0" y="0"/>
                      </a:moveTo>
                      <a:lnTo>
                        <a:pt x="0" y="1350"/>
                      </a:lnTo>
                      <a:lnTo>
                        <a:pt x="838" y="1350"/>
                      </a:lnTo>
                      <a:lnTo>
                        <a:pt x="8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0"/>
                <p:cNvSpPr/>
                <p:nvPr/>
              </p:nvSpPr>
              <p:spPr>
                <a:xfrm>
                  <a:off x="5472260" y="3316711"/>
                  <a:ext cx="27426" cy="44215"/>
                </a:xfrm>
                <a:custGeom>
                  <a:avLst/>
                  <a:gdLst/>
                  <a:ahLst/>
                  <a:cxnLst/>
                  <a:rect l="l" t="t" r="r" b="b"/>
                  <a:pathLst>
                    <a:path w="838" h="1351" extrusionOk="0">
                      <a:moveTo>
                        <a:pt x="1" y="0"/>
                      </a:moveTo>
                      <a:lnTo>
                        <a:pt x="1" y="1350"/>
                      </a:lnTo>
                      <a:lnTo>
                        <a:pt x="838" y="1350"/>
                      </a:lnTo>
                      <a:lnTo>
                        <a:pt x="8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0"/>
                <p:cNvSpPr/>
                <p:nvPr/>
              </p:nvSpPr>
              <p:spPr>
                <a:xfrm>
                  <a:off x="5359513" y="2434672"/>
                  <a:ext cx="129994" cy="19080"/>
                </a:xfrm>
                <a:custGeom>
                  <a:avLst/>
                  <a:gdLst/>
                  <a:ahLst/>
                  <a:cxnLst/>
                  <a:rect l="l" t="t" r="r" b="b"/>
                  <a:pathLst>
                    <a:path w="3972" h="583" extrusionOk="0">
                      <a:moveTo>
                        <a:pt x="291" y="0"/>
                      </a:moveTo>
                      <a:cubicBezTo>
                        <a:pt x="132" y="0"/>
                        <a:pt x="1" y="131"/>
                        <a:pt x="1" y="292"/>
                      </a:cubicBezTo>
                      <a:cubicBezTo>
                        <a:pt x="1" y="451"/>
                        <a:pt x="132" y="582"/>
                        <a:pt x="291" y="582"/>
                      </a:cubicBezTo>
                      <a:lnTo>
                        <a:pt x="3680" y="582"/>
                      </a:lnTo>
                      <a:cubicBezTo>
                        <a:pt x="3841" y="582"/>
                        <a:pt x="3972" y="451"/>
                        <a:pt x="3972" y="292"/>
                      </a:cubicBezTo>
                      <a:cubicBezTo>
                        <a:pt x="3972" y="131"/>
                        <a:pt x="3841" y="0"/>
                        <a:pt x="36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0"/>
                <p:cNvSpPr/>
                <p:nvPr/>
              </p:nvSpPr>
              <p:spPr>
                <a:xfrm>
                  <a:off x="5286826" y="2309293"/>
                  <a:ext cx="27557" cy="27557"/>
                </a:xfrm>
                <a:custGeom>
                  <a:avLst/>
                  <a:gdLst/>
                  <a:ahLst/>
                  <a:cxnLst/>
                  <a:rect l="l" t="t" r="r" b="b"/>
                  <a:pathLst>
                    <a:path w="842" h="842" extrusionOk="0">
                      <a:moveTo>
                        <a:pt x="421" y="0"/>
                      </a:moveTo>
                      <a:cubicBezTo>
                        <a:pt x="189" y="0"/>
                        <a:pt x="1" y="189"/>
                        <a:pt x="1" y="421"/>
                      </a:cubicBezTo>
                      <a:cubicBezTo>
                        <a:pt x="1" y="653"/>
                        <a:pt x="189" y="842"/>
                        <a:pt x="421" y="842"/>
                      </a:cubicBezTo>
                      <a:cubicBezTo>
                        <a:pt x="653" y="842"/>
                        <a:pt x="842" y="653"/>
                        <a:pt x="842" y="421"/>
                      </a:cubicBezTo>
                      <a:cubicBezTo>
                        <a:pt x="842" y="189"/>
                        <a:pt x="653" y="0"/>
                        <a:pt x="421" y="0"/>
                      </a:cubicBez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0"/>
                <p:cNvSpPr/>
                <p:nvPr/>
              </p:nvSpPr>
              <p:spPr>
                <a:xfrm>
                  <a:off x="5410732" y="2328177"/>
                  <a:ext cx="27557" cy="27589"/>
                </a:xfrm>
                <a:custGeom>
                  <a:avLst/>
                  <a:gdLst/>
                  <a:ahLst/>
                  <a:cxnLst/>
                  <a:rect l="l" t="t" r="r" b="b"/>
                  <a:pathLst>
                    <a:path w="842" h="843" extrusionOk="0">
                      <a:moveTo>
                        <a:pt x="421" y="1"/>
                      </a:moveTo>
                      <a:cubicBezTo>
                        <a:pt x="190" y="1"/>
                        <a:pt x="1" y="190"/>
                        <a:pt x="1" y="421"/>
                      </a:cubicBezTo>
                      <a:cubicBezTo>
                        <a:pt x="1" y="653"/>
                        <a:pt x="190" y="842"/>
                        <a:pt x="421" y="842"/>
                      </a:cubicBezTo>
                      <a:cubicBezTo>
                        <a:pt x="653" y="842"/>
                        <a:pt x="842" y="653"/>
                        <a:pt x="842" y="421"/>
                      </a:cubicBezTo>
                      <a:cubicBezTo>
                        <a:pt x="842" y="190"/>
                        <a:pt x="653" y="1"/>
                        <a:pt x="421" y="1"/>
                      </a:cubicBez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0"/>
                <p:cNvSpPr/>
                <p:nvPr/>
              </p:nvSpPr>
              <p:spPr>
                <a:xfrm>
                  <a:off x="5300604" y="2229700"/>
                  <a:ext cx="56979" cy="57011"/>
                </a:xfrm>
                <a:custGeom>
                  <a:avLst/>
                  <a:gdLst/>
                  <a:ahLst/>
                  <a:cxnLst/>
                  <a:rect l="l" t="t" r="r" b="b"/>
                  <a:pathLst>
                    <a:path w="1741" h="1742" extrusionOk="0">
                      <a:moveTo>
                        <a:pt x="872" y="1"/>
                      </a:moveTo>
                      <a:cubicBezTo>
                        <a:pt x="391" y="1"/>
                        <a:pt x="0" y="391"/>
                        <a:pt x="0" y="872"/>
                      </a:cubicBezTo>
                      <a:cubicBezTo>
                        <a:pt x="0" y="1353"/>
                        <a:pt x="391" y="1741"/>
                        <a:pt x="872" y="1741"/>
                      </a:cubicBezTo>
                      <a:cubicBezTo>
                        <a:pt x="1352" y="1741"/>
                        <a:pt x="1741" y="1353"/>
                        <a:pt x="1741" y="872"/>
                      </a:cubicBezTo>
                      <a:cubicBezTo>
                        <a:pt x="1741" y="391"/>
                        <a:pt x="1352" y="1"/>
                        <a:pt x="872" y="1"/>
                      </a:cubicBez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0"/>
                <p:cNvSpPr/>
                <p:nvPr/>
              </p:nvSpPr>
              <p:spPr>
                <a:xfrm>
                  <a:off x="4592610" y="2123368"/>
                  <a:ext cx="1092542" cy="1390886"/>
                </a:xfrm>
                <a:custGeom>
                  <a:avLst/>
                  <a:gdLst/>
                  <a:ahLst/>
                  <a:cxnLst/>
                  <a:rect l="l" t="t" r="r" b="b"/>
                  <a:pathLst>
                    <a:path w="33383" h="42499" extrusionOk="0">
                      <a:moveTo>
                        <a:pt x="15518" y="0"/>
                      </a:moveTo>
                      <a:cubicBezTo>
                        <a:pt x="15476" y="2"/>
                        <a:pt x="15437" y="28"/>
                        <a:pt x="15422" y="69"/>
                      </a:cubicBezTo>
                      <a:lnTo>
                        <a:pt x="20" y="41615"/>
                      </a:lnTo>
                      <a:cubicBezTo>
                        <a:pt x="1" y="41668"/>
                        <a:pt x="29" y="41728"/>
                        <a:pt x="82" y="41750"/>
                      </a:cubicBezTo>
                      <a:cubicBezTo>
                        <a:pt x="94" y="41754"/>
                        <a:pt x="106" y="41756"/>
                        <a:pt x="117" y="41756"/>
                      </a:cubicBezTo>
                      <a:cubicBezTo>
                        <a:pt x="160" y="41756"/>
                        <a:pt x="200" y="41730"/>
                        <a:pt x="215" y="41688"/>
                      </a:cubicBezTo>
                      <a:lnTo>
                        <a:pt x="15527" y="389"/>
                      </a:lnTo>
                      <a:lnTo>
                        <a:pt x="33167" y="42434"/>
                      </a:lnTo>
                      <a:cubicBezTo>
                        <a:pt x="33185" y="42473"/>
                        <a:pt x="33223" y="42499"/>
                        <a:pt x="33264" y="42499"/>
                      </a:cubicBezTo>
                      <a:cubicBezTo>
                        <a:pt x="33277" y="42499"/>
                        <a:pt x="33292" y="42495"/>
                        <a:pt x="33305" y="42490"/>
                      </a:cubicBezTo>
                      <a:cubicBezTo>
                        <a:pt x="33356" y="42467"/>
                        <a:pt x="33382" y="42407"/>
                        <a:pt x="33361" y="42353"/>
                      </a:cubicBezTo>
                      <a:lnTo>
                        <a:pt x="15617" y="64"/>
                      </a:lnTo>
                      <a:cubicBezTo>
                        <a:pt x="15600" y="26"/>
                        <a:pt x="15566" y="0"/>
                        <a:pt x="155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0"/>
                <p:cNvSpPr/>
                <p:nvPr/>
              </p:nvSpPr>
              <p:spPr>
                <a:xfrm>
                  <a:off x="5096744" y="2123368"/>
                  <a:ext cx="422774" cy="1390886"/>
                </a:xfrm>
                <a:custGeom>
                  <a:avLst/>
                  <a:gdLst/>
                  <a:ahLst/>
                  <a:cxnLst/>
                  <a:rect l="l" t="t" r="r" b="b"/>
                  <a:pathLst>
                    <a:path w="12918" h="42499" extrusionOk="0">
                      <a:moveTo>
                        <a:pt x="115" y="1"/>
                      </a:moveTo>
                      <a:cubicBezTo>
                        <a:pt x="106" y="1"/>
                        <a:pt x="96" y="2"/>
                        <a:pt x="87" y="4"/>
                      </a:cubicBezTo>
                      <a:cubicBezTo>
                        <a:pt x="31" y="22"/>
                        <a:pt x="1" y="79"/>
                        <a:pt x="16" y="135"/>
                      </a:cubicBezTo>
                      <a:lnTo>
                        <a:pt x="12702" y="42424"/>
                      </a:lnTo>
                      <a:cubicBezTo>
                        <a:pt x="12715" y="42469"/>
                        <a:pt x="12756" y="42499"/>
                        <a:pt x="12801" y="42499"/>
                      </a:cubicBezTo>
                      <a:cubicBezTo>
                        <a:pt x="12812" y="42499"/>
                        <a:pt x="12823" y="42497"/>
                        <a:pt x="12831" y="42492"/>
                      </a:cubicBezTo>
                      <a:cubicBezTo>
                        <a:pt x="12887" y="42477"/>
                        <a:pt x="12917" y="42419"/>
                        <a:pt x="12902" y="42364"/>
                      </a:cubicBezTo>
                      <a:lnTo>
                        <a:pt x="215" y="75"/>
                      </a:lnTo>
                      <a:cubicBezTo>
                        <a:pt x="203" y="29"/>
                        <a:pt x="161" y="1"/>
                        <a:pt x="1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0"/>
                <p:cNvSpPr/>
                <p:nvPr/>
              </p:nvSpPr>
              <p:spPr>
                <a:xfrm>
                  <a:off x="4551242" y="3510785"/>
                  <a:ext cx="1130048" cy="337682"/>
                </a:xfrm>
                <a:custGeom>
                  <a:avLst/>
                  <a:gdLst/>
                  <a:ahLst/>
                  <a:cxnLst/>
                  <a:rect l="l" t="t" r="r" b="b"/>
                  <a:pathLst>
                    <a:path w="34529" h="10318" extrusionOk="0">
                      <a:moveTo>
                        <a:pt x="0" y="1"/>
                      </a:moveTo>
                      <a:cubicBezTo>
                        <a:pt x="0" y="4280"/>
                        <a:pt x="7729" y="10318"/>
                        <a:pt x="17263" y="10318"/>
                      </a:cubicBezTo>
                      <a:cubicBezTo>
                        <a:pt x="26799" y="10318"/>
                        <a:pt x="34528" y="4280"/>
                        <a:pt x="345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0"/>
                <p:cNvSpPr/>
                <p:nvPr/>
              </p:nvSpPr>
              <p:spPr>
                <a:xfrm>
                  <a:off x="4516126" y="3460155"/>
                  <a:ext cx="1200281" cy="85222"/>
                </a:xfrm>
                <a:custGeom>
                  <a:avLst/>
                  <a:gdLst/>
                  <a:ahLst/>
                  <a:cxnLst/>
                  <a:rect l="l" t="t" r="r" b="b"/>
                  <a:pathLst>
                    <a:path w="36675" h="2604" extrusionOk="0">
                      <a:moveTo>
                        <a:pt x="155" y="0"/>
                      </a:moveTo>
                      <a:cubicBezTo>
                        <a:pt x="69" y="0"/>
                        <a:pt x="0" y="69"/>
                        <a:pt x="0" y="155"/>
                      </a:cubicBezTo>
                      <a:lnTo>
                        <a:pt x="0" y="2451"/>
                      </a:lnTo>
                      <a:cubicBezTo>
                        <a:pt x="0" y="2535"/>
                        <a:pt x="69" y="2604"/>
                        <a:pt x="155" y="2604"/>
                      </a:cubicBezTo>
                      <a:lnTo>
                        <a:pt x="36520" y="2604"/>
                      </a:lnTo>
                      <a:cubicBezTo>
                        <a:pt x="36606" y="2604"/>
                        <a:pt x="36674" y="2535"/>
                        <a:pt x="36674" y="2451"/>
                      </a:cubicBezTo>
                      <a:lnTo>
                        <a:pt x="36674" y="155"/>
                      </a:lnTo>
                      <a:cubicBezTo>
                        <a:pt x="36674" y="69"/>
                        <a:pt x="36606" y="0"/>
                        <a:pt x="36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0"/>
                <p:cNvSpPr/>
                <p:nvPr/>
              </p:nvSpPr>
              <p:spPr>
                <a:xfrm>
                  <a:off x="5037246" y="2071757"/>
                  <a:ext cx="129765" cy="117983"/>
                </a:xfrm>
                <a:custGeom>
                  <a:avLst/>
                  <a:gdLst/>
                  <a:ahLst/>
                  <a:cxnLst/>
                  <a:rect l="l" t="t" r="r" b="b"/>
                  <a:pathLst>
                    <a:path w="3965" h="3605" extrusionOk="0">
                      <a:moveTo>
                        <a:pt x="1982" y="1"/>
                      </a:moveTo>
                      <a:cubicBezTo>
                        <a:pt x="1845" y="1"/>
                        <a:pt x="1706" y="16"/>
                        <a:pt x="1568" y="49"/>
                      </a:cubicBezTo>
                      <a:cubicBezTo>
                        <a:pt x="600" y="279"/>
                        <a:pt x="1" y="1249"/>
                        <a:pt x="230" y="2217"/>
                      </a:cubicBezTo>
                      <a:cubicBezTo>
                        <a:pt x="425" y="3046"/>
                        <a:pt x="1165" y="3604"/>
                        <a:pt x="1982" y="3604"/>
                      </a:cubicBezTo>
                      <a:cubicBezTo>
                        <a:pt x="2118" y="3604"/>
                        <a:pt x="2257" y="3589"/>
                        <a:pt x="2396" y="3556"/>
                      </a:cubicBezTo>
                      <a:cubicBezTo>
                        <a:pt x="3364" y="3326"/>
                        <a:pt x="3965" y="2356"/>
                        <a:pt x="3735" y="1388"/>
                      </a:cubicBezTo>
                      <a:cubicBezTo>
                        <a:pt x="3539" y="559"/>
                        <a:pt x="2798" y="1"/>
                        <a:pt x="19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0"/>
                <p:cNvSpPr/>
                <p:nvPr/>
              </p:nvSpPr>
              <p:spPr>
                <a:xfrm>
                  <a:off x="5074915" y="2103601"/>
                  <a:ext cx="54884" cy="54917"/>
                </a:xfrm>
                <a:custGeom>
                  <a:avLst/>
                  <a:gdLst/>
                  <a:ahLst/>
                  <a:cxnLst/>
                  <a:rect l="l" t="t" r="r" b="b"/>
                  <a:pathLst>
                    <a:path w="1677" h="1678" extrusionOk="0">
                      <a:moveTo>
                        <a:pt x="837" y="1"/>
                      </a:moveTo>
                      <a:cubicBezTo>
                        <a:pt x="376" y="1"/>
                        <a:pt x="0" y="377"/>
                        <a:pt x="0" y="840"/>
                      </a:cubicBezTo>
                      <a:cubicBezTo>
                        <a:pt x="0" y="1302"/>
                        <a:pt x="376" y="1677"/>
                        <a:pt x="837" y="1677"/>
                      </a:cubicBezTo>
                      <a:cubicBezTo>
                        <a:pt x="1301" y="1677"/>
                        <a:pt x="1676" y="1302"/>
                        <a:pt x="1676" y="840"/>
                      </a:cubicBezTo>
                      <a:cubicBezTo>
                        <a:pt x="1676" y="377"/>
                        <a:pt x="1301" y="1"/>
                        <a:pt x="8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0"/>
                <p:cNvSpPr/>
                <p:nvPr/>
              </p:nvSpPr>
              <p:spPr>
                <a:xfrm>
                  <a:off x="6416906" y="2123368"/>
                  <a:ext cx="1092509" cy="1390886"/>
                </a:xfrm>
                <a:custGeom>
                  <a:avLst/>
                  <a:gdLst/>
                  <a:ahLst/>
                  <a:cxnLst/>
                  <a:rect l="l" t="t" r="r" b="b"/>
                  <a:pathLst>
                    <a:path w="33382" h="42499" extrusionOk="0">
                      <a:moveTo>
                        <a:pt x="15518" y="0"/>
                      </a:moveTo>
                      <a:cubicBezTo>
                        <a:pt x="15475" y="2"/>
                        <a:pt x="15436" y="28"/>
                        <a:pt x="15424" y="69"/>
                      </a:cubicBezTo>
                      <a:lnTo>
                        <a:pt x="22" y="41615"/>
                      </a:lnTo>
                      <a:cubicBezTo>
                        <a:pt x="0" y="41668"/>
                        <a:pt x="28" y="41728"/>
                        <a:pt x="82" y="41750"/>
                      </a:cubicBezTo>
                      <a:cubicBezTo>
                        <a:pt x="93" y="41754"/>
                        <a:pt x="105" y="41756"/>
                        <a:pt x="117" y="41756"/>
                      </a:cubicBezTo>
                      <a:cubicBezTo>
                        <a:pt x="160" y="41756"/>
                        <a:pt x="200" y="41730"/>
                        <a:pt x="217" y="41688"/>
                      </a:cubicBezTo>
                      <a:lnTo>
                        <a:pt x="15527" y="389"/>
                      </a:lnTo>
                      <a:lnTo>
                        <a:pt x="33167" y="42434"/>
                      </a:lnTo>
                      <a:cubicBezTo>
                        <a:pt x="33184" y="42473"/>
                        <a:pt x="33223" y="42499"/>
                        <a:pt x="33264" y="42499"/>
                      </a:cubicBezTo>
                      <a:cubicBezTo>
                        <a:pt x="33277" y="42499"/>
                        <a:pt x="33292" y="42495"/>
                        <a:pt x="33304" y="42490"/>
                      </a:cubicBezTo>
                      <a:cubicBezTo>
                        <a:pt x="33358" y="42467"/>
                        <a:pt x="33382" y="42407"/>
                        <a:pt x="33360" y="42353"/>
                      </a:cubicBezTo>
                      <a:lnTo>
                        <a:pt x="15617" y="64"/>
                      </a:lnTo>
                      <a:cubicBezTo>
                        <a:pt x="15600" y="26"/>
                        <a:pt x="15565" y="0"/>
                        <a:pt x="155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0"/>
                <p:cNvSpPr/>
                <p:nvPr/>
              </p:nvSpPr>
              <p:spPr>
                <a:xfrm>
                  <a:off x="6921041" y="2123368"/>
                  <a:ext cx="422807" cy="1390886"/>
                </a:xfrm>
                <a:custGeom>
                  <a:avLst/>
                  <a:gdLst/>
                  <a:ahLst/>
                  <a:cxnLst/>
                  <a:rect l="l" t="t" r="r" b="b"/>
                  <a:pathLst>
                    <a:path w="12919" h="42499" extrusionOk="0">
                      <a:moveTo>
                        <a:pt x="115" y="1"/>
                      </a:moveTo>
                      <a:cubicBezTo>
                        <a:pt x="106" y="1"/>
                        <a:pt x="96" y="2"/>
                        <a:pt x="86" y="4"/>
                      </a:cubicBezTo>
                      <a:cubicBezTo>
                        <a:pt x="30" y="22"/>
                        <a:pt x="0" y="79"/>
                        <a:pt x="17" y="135"/>
                      </a:cubicBezTo>
                      <a:lnTo>
                        <a:pt x="12702" y="42424"/>
                      </a:lnTo>
                      <a:cubicBezTo>
                        <a:pt x="12715" y="42469"/>
                        <a:pt x="12758" y="42499"/>
                        <a:pt x="12801" y="42499"/>
                      </a:cubicBezTo>
                      <a:cubicBezTo>
                        <a:pt x="12812" y="42499"/>
                        <a:pt x="12822" y="42497"/>
                        <a:pt x="12831" y="42492"/>
                      </a:cubicBezTo>
                      <a:cubicBezTo>
                        <a:pt x="12887" y="42477"/>
                        <a:pt x="12919" y="42419"/>
                        <a:pt x="12902" y="42364"/>
                      </a:cubicBezTo>
                      <a:lnTo>
                        <a:pt x="217" y="75"/>
                      </a:lnTo>
                      <a:cubicBezTo>
                        <a:pt x="203" y="29"/>
                        <a:pt x="161" y="1"/>
                        <a:pt x="1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0"/>
                <p:cNvSpPr/>
                <p:nvPr/>
              </p:nvSpPr>
              <p:spPr>
                <a:xfrm>
                  <a:off x="6375539" y="3510785"/>
                  <a:ext cx="1130015" cy="337682"/>
                </a:xfrm>
                <a:custGeom>
                  <a:avLst/>
                  <a:gdLst/>
                  <a:ahLst/>
                  <a:cxnLst/>
                  <a:rect l="l" t="t" r="r" b="b"/>
                  <a:pathLst>
                    <a:path w="34528" h="10318" extrusionOk="0">
                      <a:moveTo>
                        <a:pt x="0" y="1"/>
                      </a:moveTo>
                      <a:cubicBezTo>
                        <a:pt x="0" y="4280"/>
                        <a:pt x="7729" y="10318"/>
                        <a:pt x="17265" y="10318"/>
                      </a:cubicBezTo>
                      <a:cubicBezTo>
                        <a:pt x="26799" y="10318"/>
                        <a:pt x="34528" y="4280"/>
                        <a:pt x="345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0"/>
                <p:cNvSpPr/>
                <p:nvPr/>
              </p:nvSpPr>
              <p:spPr>
                <a:xfrm>
                  <a:off x="6340389" y="3460155"/>
                  <a:ext cx="1200281" cy="85222"/>
                </a:xfrm>
                <a:custGeom>
                  <a:avLst/>
                  <a:gdLst/>
                  <a:ahLst/>
                  <a:cxnLst/>
                  <a:rect l="l" t="t" r="r" b="b"/>
                  <a:pathLst>
                    <a:path w="36675" h="2604" extrusionOk="0">
                      <a:moveTo>
                        <a:pt x="155" y="0"/>
                      </a:moveTo>
                      <a:cubicBezTo>
                        <a:pt x="72" y="0"/>
                        <a:pt x="1" y="69"/>
                        <a:pt x="1" y="155"/>
                      </a:cubicBezTo>
                      <a:lnTo>
                        <a:pt x="1" y="2451"/>
                      </a:lnTo>
                      <a:cubicBezTo>
                        <a:pt x="1" y="2535"/>
                        <a:pt x="72" y="2604"/>
                        <a:pt x="155" y="2604"/>
                      </a:cubicBezTo>
                      <a:lnTo>
                        <a:pt x="36520" y="2604"/>
                      </a:lnTo>
                      <a:cubicBezTo>
                        <a:pt x="36606" y="2604"/>
                        <a:pt x="36675" y="2535"/>
                        <a:pt x="36675" y="2451"/>
                      </a:cubicBezTo>
                      <a:lnTo>
                        <a:pt x="36675" y="155"/>
                      </a:lnTo>
                      <a:cubicBezTo>
                        <a:pt x="36675" y="69"/>
                        <a:pt x="36606" y="0"/>
                        <a:pt x="36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0"/>
                <p:cNvSpPr/>
                <p:nvPr/>
              </p:nvSpPr>
              <p:spPr>
                <a:xfrm>
                  <a:off x="6861902" y="2072149"/>
                  <a:ext cx="129405" cy="117917"/>
                </a:xfrm>
                <a:custGeom>
                  <a:avLst/>
                  <a:gdLst/>
                  <a:ahLst/>
                  <a:cxnLst/>
                  <a:rect l="l" t="t" r="r" b="b"/>
                  <a:pathLst>
                    <a:path w="3954" h="3603" extrusionOk="0">
                      <a:moveTo>
                        <a:pt x="1976" y="0"/>
                      </a:moveTo>
                      <a:cubicBezTo>
                        <a:pt x="1515" y="0"/>
                        <a:pt x="1054" y="176"/>
                        <a:pt x="702" y="528"/>
                      </a:cubicBezTo>
                      <a:cubicBezTo>
                        <a:pt x="0" y="1230"/>
                        <a:pt x="0" y="2372"/>
                        <a:pt x="702" y="3076"/>
                      </a:cubicBezTo>
                      <a:cubicBezTo>
                        <a:pt x="1054" y="3427"/>
                        <a:pt x="1515" y="3602"/>
                        <a:pt x="1976" y="3602"/>
                      </a:cubicBezTo>
                      <a:cubicBezTo>
                        <a:pt x="2437" y="3602"/>
                        <a:pt x="2898" y="3427"/>
                        <a:pt x="3250" y="3076"/>
                      </a:cubicBezTo>
                      <a:cubicBezTo>
                        <a:pt x="3954" y="2372"/>
                        <a:pt x="3954" y="1230"/>
                        <a:pt x="3250" y="528"/>
                      </a:cubicBezTo>
                      <a:cubicBezTo>
                        <a:pt x="2898" y="176"/>
                        <a:pt x="2437"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0"/>
                <p:cNvSpPr/>
                <p:nvPr/>
              </p:nvSpPr>
              <p:spPr>
                <a:xfrm>
                  <a:off x="6899179" y="2103601"/>
                  <a:ext cx="54917" cy="54917"/>
                </a:xfrm>
                <a:custGeom>
                  <a:avLst/>
                  <a:gdLst/>
                  <a:ahLst/>
                  <a:cxnLst/>
                  <a:rect l="l" t="t" r="r" b="b"/>
                  <a:pathLst>
                    <a:path w="1678" h="1678" extrusionOk="0">
                      <a:moveTo>
                        <a:pt x="840" y="1"/>
                      </a:moveTo>
                      <a:cubicBezTo>
                        <a:pt x="376" y="1"/>
                        <a:pt x="1" y="377"/>
                        <a:pt x="1" y="840"/>
                      </a:cubicBezTo>
                      <a:cubicBezTo>
                        <a:pt x="1" y="1302"/>
                        <a:pt x="376" y="1677"/>
                        <a:pt x="840" y="1677"/>
                      </a:cubicBezTo>
                      <a:cubicBezTo>
                        <a:pt x="1301" y="1677"/>
                        <a:pt x="1677" y="1302"/>
                        <a:pt x="1677" y="840"/>
                      </a:cubicBezTo>
                      <a:cubicBezTo>
                        <a:pt x="1677" y="377"/>
                        <a:pt x="1301" y="1"/>
                        <a:pt x="8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9" name="Google Shape;309;p30"/>
              <p:cNvGrpSpPr/>
              <p:nvPr/>
            </p:nvGrpSpPr>
            <p:grpSpPr>
              <a:xfrm>
                <a:off x="7238786" y="2679902"/>
                <a:ext cx="1385388" cy="1195603"/>
                <a:chOff x="6018025" y="1561925"/>
                <a:chExt cx="3279800" cy="2830500"/>
              </a:xfrm>
            </p:grpSpPr>
            <p:grpSp>
              <p:nvGrpSpPr>
                <p:cNvPr id="310" name="Google Shape;310;p30"/>
                <p:cNvGrpSpPr/>
                <p:nvPr/>
              </p:nvGrpSpPr>
              <p:grpSpPr>
                <a:xfrm>
                  <a:off x="6928963" y="1561925"/>
                  <a:ext cx="1480050" cy="2727319"/>
                  <a:chOff x="5897775" y="1333325"/>
                  <a:chExt cx="1480050" cy="2727319"/>
                </a:xfrm>
              </p:grpSpPr>
              <p:sp>
                <p:nvSpPr>
                  <p:cNvPr id="311" name="Google Shape;311;p30"/>
                  <p:cNvSpPr/>
                  <p:nvPr/>
                </p:nvSpPr>
                <p:spPr>
                  <a:xfrm>
                    <a:off x="6548186" y="2168074"/>
                    <a:ext cx="205975" cy="1892570"/>
                  </a:xfrm>
                  <a:custGeom>
                    <a:avLst/>
                    <a:gdLst/>
                    <a:ahLst/>
                    <a:cxnLst/>
                    <a:rect l="l" t="t" r="r" b="b"/>
                    <a:pathLst>
                      <a:path w="8239" h="79830" extrusionOk="0">
                        <a:moveTo>
                          <a:pt x="2358" y="1"/>
                        </a:moveTo>
                        <a:lnTo>
                          <a:pt x="1" y="79830"/>
                        </a:lnTo>
                        <a:lnTo>
                          <a:pt x="8238" y="79830"/>
                        </a:lnTo>
                        <a:lnTo>
                          <a:pt x="58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0"/>
                  <p:cNvSpPr/>
                  <p:nvPr/>
                </p:nvSpPr>
                <p:spPr>
                  <a:xfrm>
                    <a:off x="6651806" y="2168074"/>
                    <a:ext cx="102350" cy="1892570"/>
                  </a:xfrm>
                  <a:custGeom>
                    <a:avLst/>
                    <a:gdLst/>
                    <a:ahLst/>
                    <a:cxnLst/>
                    <a:rect l="l" t="t" r="r" b="b"/>
                    <a:pathLst>
                      <a:path w="4094" h="79830" extrusionOk="0">
                        <a:moveTo>
                          <a:pt x="1186" y="1"/>
                        </a:moveTo>
                        <a:lnTo>
                          <a:pt x="0" y="79830"/>
                        </a:lnTo>
                        <a:lnTo>
                          <a:pt x="4093" y="79830"/>
                        </a:lnTo>
                        <a:lnTo>
                          <a:pt x="17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0"/>
                  <p:cNvSpPr/>
                  <p:nvPr/>
                </p:nvSpPr>
                <p:spPr>
                  <a:xfrm>
                    <a:off x="6616450" y="2113175"/>
                    <a:ext cx="761375" cy="463150"/>
                  </a:xfrm>
                  <a:custGeom>
                    <a:avLst/>
                    <a:gdLst/>
                    <a:ahLst/>
                    <a:cxnLst/>
                    <a:rect l="l" t="t" r="r" b="b"/>
                    <a:pathLst>
                      <a:path w="30455" h="18526" extrusionOk="0">
                        <a:moveTo>
                          <a:pt x="1253" y="0"/>
                        </a:moveTo>
                        <a:lnTo>
                          <a:pt x="1" y="2453"/>
                        </a:lnTo>
                        <a:lnTo>
                          <a:pt x="28939" y="18526"/>
                        </a:lnTo>
                        <a:cubicBezTo>
                          <a:pt x="28939" y="18526"/>
                          <a:pt x="30455" y="13993"/>
                          <a:pt x="22825" y="10098"/>
                        </a:cubicBezTo>
                        <a:cubicBezTo>
                          <a:pt x="19369" y="8479"/>
                          <a:pt x="1253" y="0"/>
                          <a:pt x="12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0"/>
                  <p:cNvSpPr/>
                  <p:nvPr/>
                </p:nvSpPr>
                <p:spPr>
                  <a:xfrm>
                    <a:off x="6633850" y="2113175"/>
                    <a:ext cx="743975" cy="463150"/>
                  </a:xfrm>
                  <a:custGeom>
                    <a:avLst/>
                    <a:gdLst/>
                    <a:ahLst/>
                    <a:cxnLst/>
                    <a:rect l="l" t="t" r="r" b="b"/>
                    <a:pathLst>
                      <a:path w="29759" h="18526" extrusionOk="0">
                        <a:moveTo>
                          <a:pt x="557" y="0"/>
                        </a:moveTo>
                        <a:lnTo>
                          <a:pt x="0" y="1091"/>
                        </a:lnTo>
                        <a:cubicBezTo>
                          <a:pt x="2571" y="2299"/>
                          <a:pt x="18043" y="9541"/>
                          <a:pt x="21206" y="11020"/>
                        </a:cubicBezTo>
                        <a:cubicBezTo>
                          <a:pt x="26229" y="13583"/>
                          <a:pt x="27291" y="16432"/>
                          <a:pt x="27423" y="18072"/>
                        </a:cubicBezTo>
                        <a:lnTo>
                          <a:pt x="28243" y="18526"/>
                        </a:lnTo>
                        <a:cubicBezTo>
                          <a:pt x="28243" y="18526"/>
                          <a:pt x="29759" y="13993"/>
                          <a:pt x="22129" y="10098"/>
                        </a:cubicBezTo>
                        <a:cubicBezTo>
                          <a:pt x="18673" y="8479"/>
                          <a:pt x="557" y="0"/>
                          <a:pt x="55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0"/>
                  <p:cNvSpPr/>
                  <p:nvPr/>
                </p:nvSpPr>
                <p:spPr>
                  <a:xfrm>
                    <a:off x="5897775" y="2118475"/>
                    <a:ext cx="771975" cy="412850"/>
                  </a:xfrm>
                  <a:custGeom>
                    <a:avLst/>
                    <a:gdLst/>
                    <a:ahLst/>
                    <a:cxnLst/>
                    <a:rect l="l" t="t" r="r" b="b"/>
                    <a:pathLst>
                      <a:path w="30879" h="16514" extrusionOk="0">
                        <a:moveTo>
                          <a:pt x="29553" y="0"/>
                        </a:moveTo>
                        <a:lnTo>
                          <a:pt x="0" y="14916"/>
                        </a:lnTo>
                        <a:cubicBezTo>
                          <a:pt x="0" y="14916"/>
                          <a:pt x="1219" y="16514"/>
                          <a:pt x="4122" y="16514"/>
                        </a:cubicBezTo>
                        <a:cubicBezTo>
                          <a:pt x="5696" y="16514"/>
                          <a:pt x="7766" y="16044"/>
                          <a:pt x="10405" y="14594"/>
                        </a:cubicBezTo>
                        <a:cubicBezTo>
                          <a:pt x="13686" y="12646"/>
                          <a:pt x="30879" y="2417"/>
                          <a:pt x="30879" y="2417"/>
                        </a:cubicBezTo>
                        <a:lnTo>
                          <a:pt x="295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0"/>
                  <p:cNvSpPr/>
                  <p:nvPr/>
                </p:nvSpPr>
                <p:spPr>
                  <a:xfrm>
                    <a:off x="5897775" y="2151050"/>
                    <a:ext cx="771975" cy="380275"/>
                  </a:xfrm>
                  <a:custGeom>
                    <a:avLst/>
                    <a:gdLst/>
                    <a:ahLst/>
                    <a:cxnLst/>
                    <a:rect l="l" t="t" r="r" b="b"/>
                    <a:pathLst>
                      <a:path w="30879" h="15211" extrusionOk="0">
                        <a:moveTo>
                          <a:pt x="30264" y="1"/>
                        </a:moveTo>
                        <a:cubicBezTo>
                          <a:pt x="28169" y="1246"/>
                          <a:pt x="13092" y="10216"/>
                          <a:pt x="10039" y="12032"/>
                        </a:cubicBezTo>
                        <a:cubicBezTo>
                          <a:pt x="7403" y="13478"/>
                          <a:pt x="5335" y="13946"/>
                          <a:pt x="3761" y="13946"/>
                        </a:cubicBezTo>
                        <a:cubicBezTo>
                          <a:pt x="2411" y="13946"/>
                          <a:pt x="1424" y="13601"/>
                          <a:pt x="754" y="13232"/>
                        </a:cubicBezTo>
                        <a:lnTo>
                          <a:pt x="0" y="13613"/>
                        </a:lnTo>
                        <a:cubicBezTo>
                          <a:pt x="0" y="13613"/>
                          <a:pt x="1219" y="15211"/>
                          <a:pt x="4122" y="15211"/>
                        </a:cubicBezTo>
                        <a:cubicBezTo>
                          <a:pt x="5696" y="15211"/>
                          <a:pt x="7766" y="14741"/>
                          <a:pt x="10405" y="13291"/>
                        </a:cubicBezTo>
                        <a:cubicBezTo>
                          <a:pt x="13686" y="11343"/>
                          <a:pt x="30879" y="1114"/>
                          <a:pt x="30879" y="1114"/>
                        </a:cubicBezTo>
                        <a:lnTo>
                          <a:pt x="302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0"/>
                  <p:cNvSpPr/>
                  <p:nvPr/>
                </p:nvSpPr>
                <p:spPr>
                  <a:xfrm>
                    <a:off x="6592650" y="1333325"/>
                    <a:ext cx="118300" cy="827100"/>
                  </a:xfrm>
                  <a:custGeom>
                    <a:avLst/>
                    <a:gdLst/>
                    <a:ahLst/>
                    <a:cxnLst/>
                    <a:rect l="l" t="t" r="r" b="b"/>
                    <a:pathLst>
                      <a:path w="4732" h="33084" extrusionOk="0">
                        <a:moveTo>
                          <a:pt x="4731" y="1"/>
                        </a:moveTo>
                        <a:cubicBezTo>
                          <a:pt x="4731" y="1"/>
                          <a:pt x="1" y="719"/>
                          <a:pt x="1" y="9286"/>
                        </a:cubicBezTo>
                        <a:cubicBezTo>
                          <a:pt x="133" y="13093"/>
                          <a:pt x="828" y="33083"/>
                          <a:pt x="828" y="33083"/>
                        </a:cubicBezTo>
                        <a:lnTo>
                          <a:pt x="3582" y="33083"/>
                        </a:lnTo>
                        <a:lnTo>
                          <a:pt x="473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0"/>
                  <p:cNvSpPr/>
                  <p:nvPr/>
                </p:nvSpPr>
                <p:spPr>
                  <a:xfrm>
                    <a:off x="6592650" y="1333325"/>
                    <a:ext cx="118300" cy="827100"/>
                  </a:xfrm>
                  <a:custGeom>
                    <a:avLst/>
                    <a:gdLst/>
                    <a:ahLst/>
                    <a:cxnLst/>
                    <a:rect l="l" t="t" r="r" b="b"/>
                    <a:pathLst>
                      <a:path w="4732" h="33084" extrusionOk="0">
                        <a:moveTo>
                          <a:pt x="4731" y="1"/>
                        </a:moveTo>
                        <a:cubicBezTo>
                          <a:pt x="4731" y="1"/>
                          <a:pt x="1" y="719"/>
                          <a:pt x="1" y="9286"/>
                        </a:cubicBezTo>
                        <a:cubicBezTo>
                          <a:pt x="133" y="13093"/>
                          <a:pt x="828" y="33083"/>
                          <a:pt x="828" y="33083"/>
                        </a:cubicBezTo>
                        <a:lnTo>
                          <a:pt x="1934" y="33083"/>
                        </a:lnTo>
                        <a:cubicBezTo>
                          <a:pt x="1934" y="33083"/>
                          <a:pt x="1238" y="13093"/>
                          <a:pt x="1107" y="9286"/>
                        </a:cubicBezTo>
                        <a:cubicBezTo>
                          <a:pt x="1107" y="3428"/>
                          <a:pt x="3318" y="1246"/>
                          <a:pt x="4717" y="447"/>
                        </a:cubicBezTo>
                        <a:lnTo>
                          <a:pt x="473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0"/>
                  <p:cNvSpPr/>
                  <p:nvPr/>
                </p:nvSpPr>
                <p:spPr>
                  <a:xfrm>
                    <a:off x="6551825" y="2059525"/>
                    <a:ext cx="198650" cy="198650"/>
                  </a:xfrm>
                  <a:custGeom>
                    <a:avLst/>
                    <a:gdLst/>
                    <a:ahLst/>
                    <a:cxnLst/>
                    <a:rect l="l" t="t" r="r" b="b"/>
                    <a:pathLst>
                      <a:path w="7946" h="7946" extrusionOk="0">
                        <a:moveTo>
                          <a:pt x="3977" y="1"/>
                        </a:moveTo>
                        <a:cubicBezTo>
                          <a:pt x="1780" y="1"/>
                          <a:pt x="1" y="1780"/>
                          <a:pt x="1" y="3977"/>
                        </a:cubicBezTo>
                        <a:cubicBezTo>
                          <a:pt x="1" y="6166"/>
                          <a:pt x="1780" y="7945"/>
                          <a:pt x="3977" y="7945"/>
                        </a:cubicBezTo>
                        <a:cubicBezTo>
                          <a:pt x="6166" y="7945"/>
                          <a:pt x="7946" y="6166"/>
                          <a:pt x="7946" y="3977"/>
                        </a:cubicBezTo>
                        <a:cubicBezTo>
                          <a:pt x="7946" y="1780"/>
                          <a:pt x="6166" y="1"/>
                          <a:pt x="397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0"/>
                  <p:cNvSpPr/>
                  <p:nvPr/>
                </p:nvSpPr>
                <p:spPr>
                  <a:xfrm>
                    <a:off x="6602000" y="2109700"/>
                    <a:ext cx="98500" cy="98325"/>
                  </a:xfrm>
                  <a:custGeom>
                    <a:avLst/>
                    <a:gdLst/>
                    <a:ahLst/>
                    <a:cxnLst/>
                    <a:rect l="l" t="t" r="r" b="b"/>
                    <a:pathLst>
                      <a:path w="3940" h="3933" extrusionOk="0">
                        <a:moveTo>
                          <a:pt x="1970" y="0"/>
                        </a:moveTo>
                        <a:cubicBezTo>
                          <a:pt x="879" y="0"/>
                          <a:pt x="0" y="879"/>
                          <a:pt x="0" y="1970"/>
                        </a:cubicBezTo>
                        <a:cubicBezTo>
                          <a:pt x="0" y="3053"/>
                          <a:pt x="879" y="3932"/>
                          <a:pt x="1970" y="3932"/>
                        </a:cubicBezTo>
                        <a:cubicBezTo>
                          <a:pt x="3054" y="3932"/>
                          <a:pt x="3940" y="3053"/>
                          <a:pt x="3940" y="1970"/>
                        </a:cubicBezTo>
                        <a:cubicBezTo>
                          <a:pt x="3940" y="879"/>
                          <a:pt x="3054" y="0"/>
                          <a:pt x="19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1" name="Google Shape;321;p30"/>
                <p:cNvGrpSpPr/>
                <p:nvPr/>
              </p:nvGrpSpPr>
              <p:grpSpPr>
                <a:xfrm>
                  <a:off x="6018025" y="1561925"/>
                  <a:ext cx="1480050" cy="2830500"/>
                  <a:chOff x="5897775" y="1333325"/>
                  <a:chExt cx="1480050" cy="2830500"/>
                </a:xfrm>
              </p:grpSpPr>
              <p:sp>
                <p:nvSpPr>
                  <p:cNvPr id="322" name="Google Shape;322;p30"/>
                  <p:cNvSpPr/>
                  <p:nvPr/>
                </p:nvSpPr>
                <p:spPr>
                  <a:xfrm>
                    <a:off x="6548175" y="2168075"/>
                    <a:ext cx="205975" cy="1995750"/>
                  </a:xfrm>
                  <a:custGeom>
                    <a:avLst/>
                    <a:gdLst/>
                    <a:ahLst/>
                    <a:cxnLst/>
                    <a:rect l="l" t="t" r="r" b="b"/>
                    <a:pathLst>
                      <a:path w="8239" h="79830" extrusionOk="0">
                        <a:moveTo>
                          <a:pt x="2358" y="1"/>
                        </a:moveTo>
                        <a:lnTo>
                          <a:pt x="1" y="79830"/>
                        </a:lnTo>
                        <a:lnTo>
                          <a:pt x="8238" y="79830"/>
                        </a:lnTo>
                        <a:lnTo>
                          <a:pt x="58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0"/>
                  <p:cNvSpPr/>
                  <p:nvPr/>
                </p:nvSpPr>
                <p:spPr>
                  <a:xfrm>
                    <a:off x="6651800" y="2168075"/>
                    <a:ext cx="102350" cy="1995750"/>
                  </a:xfrm>
                  <a:custGeom>
                    <a:avLst/>
                    <a:gdLst/>
                    <a:ahLst/>
                    <a:cxnLst/>
                    <a:rect l="l" t="t" r="r" b="b"/>
                    <a:pathLst>
                      <a:path w="4094" h="79830" extrusionOk="0">
                        <a:moveTo>
                          <a:pt x="1186" y="1"/>
                        </a:moveTo>
                        <a:lnTo>
                          <a:pt x="0" y="79830"/>
                        </a:lnTo>
                        <a:lnTo>
                          <a:pt x="4093" y="79830"/>
                        </a:lnTo>
                        <a:lnTo>
                          <a:pt x="17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0"/>
                  <p:cNvSpPr/>
                  <p:nvPr/>
                </p:nvSpPr>
                <p:spPr>
                  <a:xfrm>
                    <a:off x="6616450" y="2113175"/>
                    <a:ext cx="761375" cy="463150"/>
                  </a:xfrm>
                  <a:custGeom>
                    <a:avLst/>
                    <a:gdLst/>
                    <a:ahLst/>
                    <a:cxnLst/>
                    <a:rect l="l" t="t" r="r" b="b"/>
                    <a:pathLst>
                      <a:path w="30455" h="18526" extrusionOk="0">
                        <a:moveTo>
                          <a:pt x="1253" y="0"/>
                        </a:moveTo>
                        <a:lnTo>
                          <a:pt x="1" y="2453"/>
                        </a:lnTo>
                        <a:lnTo>
                          <a:pt x="28939" y="18526"/>
                        </a:lnTo>
                        <a:cubicBezTo>
                          <a:pt x="28939" y="18526"/>
                          <a:pt x="30455" y="13993"/>
                          <a:pt x="22825" y="10098"/>
                        </a:cubicBezTo>
                        <a:cubicBezTo>
                          <a:pt x="19369" y="8479"/>
                          <a:pt x="1253" y="0"/>
                          <a:pt x="12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0"/>
                  <p:cNvSpPr/>
                  <p:nvPr/>
                </p:nvSpPr>
                <p:spPr>
                  <a:xfrm>
                    <a:off x="6633850" y="2113175"/>
                    <a:ext cx="743975" cy="463150"/>
                  </a:xfrm>
                  <a:custGeom>
                    <a:avLst/>
                    <a:gdLst/>
                    <a:ahLst/>
                    <a:cxnLst/>
                    <a:rect l="l" t="t" r="r" b="b"/>
                    <a:pathLst>
                      <a:path w="29759" h="18526" extrusionOk="0">
                        <a:moveTo>
                          <a:pt x="557" y="0"/>
                        </a:moveTo>
                        <a:lnTo>
                          <a:pt x="0" y="1091"/>
                        </a:lnTo>
                        <a:cubicBezTo>
                          <a:pt x="2571" y="2299"/>
                          <a:pt x="18043" y="9541"/>
                          <a:pt x="21206" y="11020"/>
                        </a:cubicBezTo>
                        <a:cubicBezTo>
                          <a:pt x="26229" y="13583"/>
                          <a:pt x="27291" y="16432"/>
                          <a:pt x="27423" y="18072"/>
                        </a:cubicBezTo>
                        <a:lnTo>
                          <a:pt x="28243" y="18526"/>
                        </a:lnTo>
                        <a:cubicBezTo>
                          <a:pt x="28243" y="18526"/>
                          <a:pt x="29759" y="13993"/>
                          <a:pt x="22129" y="10098"/>
                        </a:cubicBezTo>
                        <a:cubicBezTo>
                          <a:pt x="18673" y="8479"/>
                          <a:pt x="557" y="0"/>
                          <a:pt x="55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0"/>
                  <p:cNvSpPr/>
                  <p:nvPr/>
                </p:nvSpPr>
                <p:spPr>
                  <a:xfrm>
                    <a:off x="5897775" y="2118475"/>
                    <a:ext cx="771975" cy="412850"/>
                  </a:xfrm>
                  <a:custGeom>
                    <a:avLst/>
                    <a:gdLst/>
                    <a:ahLst/>
                    <a:cxnLst/>
                    <a:rect l="l" t="t" r="r" b="b"/>
                    <a:pathLst>
                      <a:path w="30879" h="16514" extrusionOk="0">
                        <a:moveTo>
                          <a:pt x="29553" y="0"/>
                        </a:moveTo>
                        <a:lnTo>
                          <a:pt x="0" y="14916"/>
                        </a:lnTo>
                        <a:cubicBezTo>
                          <a:pt x="0" y="14916"/>
                          <a:pt x="1219" y="16514"/>
                          <a:pt x="4122" y="16514"/>
                        </a:cubicBezTo>
                        <a:cubicBezTo>
                          <a:pt x="5696" y="16514"/>
                          <a:pt x="7766" y="16044"/>
                          <a:pt x="10405" y="14594"/>
                        </a:cubicBezTo>
                        <a:cubicBezTo>
                          <a:pt x="13686" y="12646"/>
                          <a:pt x="30879" y="2417"/>
                          <a:pt x="30879" y="2417"/>
                        </a:cubicBezTo>
                        <a:lnTo>
                          <a:pt x="295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0"/>
                  <p:cNvSpPr/>
                  <p:nvPr/>
                </p:nvSpPr>
                <p:spPr>
                  <a:xfrm>
                    <a:off x="5897775" y="2151050"/>
                    <a:ext cx="771975" cy="380275"/>
                  </a:xfrm>
                  <a:custGeom>
                    <a:avLst/>
                    <a:gdLst/>
                    <a:ahLst/>
                    <a:cxnLst/>
                    <a:rect l="l" t="t" r="r" b="b"/>
                    <a:pathLst>
                      <a:path w="30879" h="15211" extrusionOk="0">
                        <a:moveTo>
                          <a:pt x="30264" y="1"/>
                        </a:moveTo>
                        <a:cubicBezTo>
                          <a:pt x="28169" y="1246"/>
                          <a:pt x="13092" y="10216"/>
                          <a:pt x="10039" y="12032"/>
                        </a:cubicBezTo>
                        <a:cubicBezTo>
                          <a:pt x="7403" y="13478"/>
                          <a:pt x="5335" y="13946"/>
                          <a:pt x="3761" y="13946"/>
                        </a:cubicBezTo>
                        <a:cubicBezTo>
                          <a:pt x="2411" y="13946"/>
                          <a:pt x="1424" y="13601"/>
                          <a:pt x="754" y="13232"/>
                        </a:cubicBezTo>
                        <a:lnTo>
                          <a:pt x="0" y="13613"/>
                        </a:lnTo>
                        <a:cubicBezTo>
                          <a:pt x="0" y="13613"/>
                          <a:pt x="1219" y="15211"/>
                          <a:pt x="4122" y="15211"/>
                        </a:cubicBezTo>
                        <a:cubicBezTo>
                          <a:pt x="5696" y="15211"/>
                          <a:pt x="7766" y="14741"/>
                          <a:pt x="10405" y="13291"/>
                        </a:cubicBezTo>
                        <a:cubicBezTo>
                          <a:pt x="13686" y="11343"/>
                          <a:pt x="30879" y="1114"/>
                          <a:pt x="30879" y="1114"/>
                        </a:cubicBezTo>
                        <a:lnTo>
                          <a:pt x="302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0"/>
                  <p:cNvSpPr/>
                  <p:nvPr/>
                </p:nvSpPr>
                <p:spPr>
                  <a:xfrm>
                    <a:off x="6592650" y="1333325"/>
                    <a:ext cx="118300" cy="827100"/>
                  </a:xfrm>
                  <a:custGeom>
                    <a:avLst/>
                    <a:gdLst/>
                    <a:ahLst/>
                    <a:cxnLst/>
                    <a:rect l="l" t="t" r="r" b="b"/>
                    <a:pathLst>
                      <a:path w="4732" h="33084" extrusionOk="0">
                        <a:moveTo>
                          <a:pt x="4731" y="1"/>
                        </a:moveTo>
                        <a:cubicBezTo>
                          <a:pt x="4731" y="1"/>
                          <a:pt x="1" y="719"/>
                          <a:pt x="1" y="9286"/>
                        </a:cubicBezTo>
                        <a:cubicBezTo>
                          <a:pt x="133" y="13093"/>
                          <a:pt x="828" y="33083"/>
                          <a:pt x="828" y="33083"/>
                        </a:cubicBezTo>
                        <a:lnTo>
                          <a:pt x="3582" y="33083"/>
                        </a:lnTo>
                        <a:lnTo>
                          <a:pt x="473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0"/>
                  <p:cNvSpPr/>
                  <p:nvPr/>
                </p:nvSpPr>
                <p:spPr>
                  <a:xfrm>
                    <a:off x="6592650" y="1333325"/>
                    <a:ext cx="118300" cy="827100"/>
                  </a:xfrm>
                  <a:custGeom>
                    <a:avLst/>
                    <a:gdLst/>
                    <a:ahLst/>
                    <a:cxnLst/>
                    <a:rect l="l" t="t" r="r" b="b"/>
                    <a:pathLst>
                      <a:path w="4732" h="33084" extrusionOk="0">
                        <a:moveTo>
                          <a:pt x="4731" y="1"/>
                        </a:moveTo>
                        <a:cubicBezTo>
                          <a:pt x="4731" y="1"/>
                          <a:pt x="1" y="719"/>
                          <a:pt x="1" y="9286"/>
                        </a:cubicBezTo>
                        <a:cubicBezTo>
                          <a:pt x="133" y="13093"/>
                          <a:pt x="828" y="33083"/>
                          <a:pt x="828" y="33083"/>
                        </a:cubicBezTo>
                        <a:lnTo>
                          <a:pt x="1934" y="33083"/>
                        </a:lnTo>
                        <a:cubicBezTo>
                          <a:pt x="1934" y="33083"/>
                          <a:pt x="1238" y="13093"/>
                          <a:pt x="1107" y="9286"/>
                        </a:cubicBezTo>
                        <a:cubicBezTo>
                          <a:pt x="1107" y="3428"/>
                          <a:pt x="3318" y="1246"/>
                          <a:pt x="4717" y="447"/>
                        </a:cubicBezTo>
                        <a:lnTo>
                          <a:pt x="473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0"/>
                  <p:cNvSpPr/>
                  <p:nvPr/>
                </p:nvSpPr>
                <p:spPr>
                  <a:xfrm>
                    <a:off x="6551825" y="2059525"/>
                    <a:ext cx="198650" cy="198650"/>
                  </a:xfrm>
                  <a:custGeom>
                    <a:avLst/>
                    <a:gdLst/>
                    <a:ahLst/>
                    <a:cxnLst/>
                    <a:rect l="l" t="t" r="r" b="b"/>
                    <a:pathLst>
                      <a:path w="7946" h="7946" extrusionOk="0">
                        <a:moveTo>
                          <a:pt x="3977" y="1"/>
                        </a:moveTo>
                        <a:cubicBezTo>
                          <a:pt x="1780" y="1"/>
                          <a:pt x="1" y="1780"/>
                          <a:pt x="1" y="3977"/>
                        </a:cubicBezTo>
                        <a:cubicBezTo>
                          <a:pt x="1" y="6166"/>
                          <a:pt x="1780" y="7945"/>
                          <a:pt x="3977" y="7945"/>
                        </a:cubicBezTo>
                        <a:cubicBezTo>
                          <a:pt x="6166" y="7945"/>
                          <a:pt x="7946" y="6166"/>
                          <a:pt x="7946" y="3977"/>
                        </a:cubicBezTo>
                        <a:cubicBezTo>
                          <a:pt x="7946" y="1780"/>
                          <a:pt x="6166" y="1"/>
                          <a:pt x="397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0"/>
                  <p:cNvSpPr/>
                  <p:nvPr/>
                </p:nvSpPr>
                <p:spPr>
                  <a:xfrm>
                    <a:off x="6602000" y="2109700"/>
                    <a:ext cx="98500" cy="98325"/>
                  </a:xfrm>
                  <a:custGeom>
                    <a:avLst/>
                    <a:gdLst/>
                    <a:ahLst/>
                    <a:cxnLst/>
                    <a:rect l="l" t="t" r="r" b="b"/>
                    <a:pathLst>
                      <a:path w="3940" h="3933" extrusionOk="0">
                        <a:moveTo>
                          <a:pt x="1970" y="0"/>
                        </a:moveTo>
                        <a:cubicBezTo>
                          <a:pt x="879" y="0"/>
                          <a:pt x="0" y="879"/>
                          <a:pt x="0" y="1970"/>
                        </a:cubicBezTo>
                        <a:cubicBezTo>
                          <a:pt x="0" y="3053"/>
                          <a:pt x="879" y="3932"/>
                          <a:pt x="1970" y="3932"/>
                        </a:cubicBezTo>
                        <a:cubicBezTo>
                          <a:pt x="3054" y="3932"/>
                          <a:pt x="3940" y="3053"/>
                          <a:pt x="3940" y="1970"/>
                        </a:cubicBezTo>
                        <a:cubicBezTo>
                          <a:pt x="3940" y="879"/>
                          <a:pt x="3054" y="0"/>
                          <a:pt x="19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2" name="Google Shape;332;p30"/>
                <p:cNvGrpSpPr/>
                <p:nvPr/>
              </p:nvGrpSpPr>
              <p:grpSpPr>
                <a:xfrm>
                  <a:off x="7817775" y="1561925"/>
                  <a:ext cx="1480050" cy="2830500"/>
                  <a:chOff x="5897775" y="1333325"/>
                  <a:chExt cx="1480050" cy="2830500"/>
                </a:xfrm>
              </p:grpSpPr>
              <p:sp>
                <p:nvSpPr>
                  <p:cNvPr id="333" name="Google Shape;333;p30"/>
                  <p:cNvSpPr/>
                  <p:nvPr/>
                </p:nvSpPr>
                <p:spPr>
                  <a:xfrm>
                    <a:off x="6548175" y="2168075"/>
                    <a:ext cx="205975" cy="1995750"/>
                  </a:xfrm>
                  <a:custGeom>
                    <a:avLst/>
                    <a:gdLst/>
                    <a:ahLst/>
                    <a:cxnLst/>
                    <a:rect l="l" t="t" r="r" b="b"/>
                    <a:pathLst>
                      <a:path w="8239" h="79830" extrusionOk="0">
                        <a:moveTo>
                          <a:pt x="2358" y="1"/>
                        </a:moveTo>
                        <a:lnTo>
                          <a:pt x="1" y="79830"/>
                        </a:lnTo>
                        <a:lnTo>
                          <a:pt x="8238" y="79830"/>
                        </a:lnTo>
                        <a:lnTo>
                          <a:pt x="58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0"/>
                  <p:cNvSpPr/>
                  <p:nvPr/>
                </p:nvSpPr>
                <p:spPr>
                  <a:xfrm>
                    <a:off x="6651800" y="2168075"/>
                    <a:ext cx="102350" cy="1995750"/>
                  </a:xfrm>
                  <a:custGeom>
                    <a:avLst/>
                    <a:gdLst/>
                    <a:ahLst/>
                    <a:cxnLst/>
                    <a:rect l="l" t="t" r="r" b="b"/>
                    <a:pathLst>
                      <a:path w="4094" h="79830" extrusionOk="0">
                        <a:moveTo>
                          <a:pt x="1186" y="1"/>
                        </a:moveTo>
                        <a:lnTo>
                          <a:pt x="0" y="79830"/>
                        </a:lnTo>
                        <a:lnTo>
                          <a:pt x="4093" y="79830"/>
                        </a:lnTo>
                        <a:lnTo>
                          <a:pt x="17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0"/>
                  <p:cNvSpPr/>
                  <p:nvPr/>
                </p:nvSpPr>
                <p:spPr>
                  <a:xfrm>
                    <a:off x="6616450" y="2113175"/>
                    <a:ext cx="761375" cy="463150"/>
                  </a:xfrm>
                  <a:custGeom>
                    <a:avLst/>
                    <a:gdLst/>
                    <a:ahLst/>
                    <a:cxnLst/>
                    <a:rect l="l" t="t" r="r" b="b"/>
                    <a:pathLst>
                      <a:path w="30455" h="18526" extrusionOk="0">
                        <a:moveTo>
                          <a:pt x="1253" y="0"/>
                        </a:moveTo>
                        <a:lnTo>
                          <a:pt x="1" y="2453"/>
                        </a:lnTo>
                        <a:lnTo>
                          <a:pt x="28939" y="18526"/>
                        </a:lnTo>
                        <a:cubicBezTo>
                          <a:pt x="28939" y="18526"/>
                          <a:pt x="30455" y="13993"/>
                          <a:pt x="22825" y="10098"/>
                        </a:cubicBezTo>
                        <a:cubicBezTo>
                          <a:pt x="19369" y="8479"/>
                          <a:pt x="1253" y="0"/>
                          <a:pt x="12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0"/>
                  <p:cNvSpPr/>
                  <p:nvPr/>
                </p:nvSpPr>
                <p:spPr>
                  <a:xfrm>
                    <a:off x="6633850" y="2113175"/>
                    <a:ext cx="743975" cy="463150"/>
                  </a:xfrm>
                  <a:custGeom>
                    <a:avLst/>
                    <a:gdLst/>
                    <a:ahLst/>
                    <a:cxnLst/>
                    <a:rect l="l" t="t" r="r" b="b"/>
                    <a:pathLst>
                      <a:path w="29759" h="18526" extrusionOk="0">
                        <a:moveTo>
                          <a:pt x="557" y="0"/>
                        </a:moveTo>
                        <a:lnTo>
                          <a:pt x="0" y="1091"/>
                        </a:lnTo>
                        <a:cubicBezTo>
                          <a:pt x="2571" y="2299"/>
                          <a:pt x="18043" y="9541"/>
                          <a:pt x="21206" y="11020"/>
                        </a:cubicBezTo>
                        <a:cubicBezTo>
                          <a:pt x="26229" y="13583"/>
                          <a:pt x="27291" y="16432"/>
                          <a:pt x="27423" y="18072"/>
                        </a:cubicBezTo>
                        <a:lnTo>
                          <a:pt x="28243" y="18526"/>
                        </a:lnTo>
                        <a:cubicBezTo>
                          <a:pt x="28243" y="18526"/>
                          <a:pt x="29759" y="13993"/>
                          <a:pt x="22129" y="10098"/>
                        </a:cubicBezTo>
                        <a:cubicBezTo>
                          <a:pt x="18673" y="8479"/>
                          <a:pt x="557" y="0"/>
                          <a:pt x="55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0"/>
                  <p:cNvSpPr/>
                  <p:nvPr/>
                </p:nvSpPr>
                <p:spPr>
                  <a:xfrm>
                    <a:off x="5897775" y="2118475"/>
                    <a:ext cx="771975" cy="412850"/>
                  </a:xfrm>
                  <a:custGeom>
                    <a:avLst/>
                    <a:gdLst/>
                    <a:ahLst/>
                    <a:cxnLst/>
                    <a:rect l="l" t="t" r="r" b="b"/>
                    <a:pathLst>
                      <a:path w="30879" h="16514" extrusionOk="0">
                        <a:moveTo>
                          <a:pt x="29553" y="0"/>
                        </a:moveTo>
                        <a:lnTo>
                          <a:pt x="0" y="14916"/>
                        </a:lnTo>
                        <a:cubicBezTo>
                          <a:pt x="0" y="14916"/>
                          <a:pt x="1219" y="16514"/>
                          <a:pt x="4122" y="16514"/>
                        </a:cubicBezTo>
                        <a:cubicBezTo>
                          <a:pt x="5696" y="16514"/>
                          <a:pt x="7766" y="16044"/>
                          <a:pt x="10405" y="14594"/>
                        </a:cubicBezTo>
                        <a:cubicBezTo>
                          <a:pt x="13686" y="12646"/>
                          <a:pt x="30879" y="2417"/>
                          <a:pt x="30879" y="2417"/>
                        </a:cubicBezTo>
                        <a:lnTo>
                          <a:pt x="295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0"/>
                  <p:cNvSpPr/>
                  <p:nvPr/>
                </p:nvSpPr>
                <p:spPr>
                  <a:xfrm>
                    <a:off x="5897775" y="2151050"/>
                    <a:ext cx="771975" cy="380275"/>
                  </a:xfrm>
                  <a:custGeom>
                    <a:avLst/>
                    <a:gdLst/>
                    <a:ahLst/>
                    <a:cxnLst/>
                    <a:rect l="l" t="t" r="r" b="b"/>
                    <a:pathLst>
                      <a:path w="30879" h="15211" extrusionOk="0">
                        <a:moveTo>
                          <a:pt x="30264" y="1"/>
                        </a:moveTo>
                        <a:cubicBezTo>
                          <a:pt x="28169" y="1246"/>
                          <a:pt x="13092" y="10216"/>
                          <a:pt x="10039" y="12032"/>
                        </a:cubicBezTo>
                        <a:cubicBezTo>
                          <a:pt x="7403" y="13478"/>
                          <a:pt x="5335" y="13946"/>
                          <a:pt x="3761" y="13946"/>
                        </a:cubicBezTo>
                        <a:cubicBezTo>
                          <a:pt x="2411" y="13946"/>
                          <a:pt x="1424" y="13601"/>
                          <a:pt x="754" y="13232"/>
                        </a:cubicBezTo>
                        <a:lnTo>
                          <a:pt x="0" y="13613"/>
                        </a:lnTo>
                        <a:cubicBezTo>
                          <a:pt x="0" y="13613"/>
                          <a:pt x="1219" y="15211"/>
                          <a:pt x="4122" y="15211"/>
                        </a:cubicBezTo>
                        <a:cubicBezTo>
                          <a:pt x="5696" y="15211"/>
                          <a:pt x="7766" y="14741"/>
                          <a:pt x="10405" y="13291"/>
                        </a:cubicBezTo>
                        <a:cubicBezTo>
                          <a:pt x="13686" y="11343"/>
                          <a:pt x="30879" y="1114"/>
                          <a:pt x="30879" y="1114"/>
                        </a:cubicBezTo>
                        <a:lnTo>
                          <a:pt x="302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0"/>
                  <p:cNvSpPr/>
                  <p:nvPr/>
                </p:nvSpPr>
                <p:spPr>
                  <a:xfrm>
                    <a:off x="6592650" y="1333325"/>
                    <a:ext cx="118300" cy="827100"/>
                  </a:xfrm>
                  <a:custGeom>
                    <a:avLst/>
                    <a:gdLst/>
                    <a:ahLst/>
                    <a:cxnLst/>
                    <a:rect l="l" t="t" r="r" b="b"/>
                    <a:pathLst>
                      <a:path w="4732" h="33084" extrusionOk="0">
                        <a:moveTo>
                          <a:pt x="4731" y="1"/>
                        </a:moveTo>
                        <a:cubicBezTo>
                          <a:pt x="4731" y="1"/>
                          <a:pt x="1" y="719"/>
                          <a:pt x="1" y="9286"/>
                        </a:cubicBezTo>
                        <a:cubicBezTo>
                          <a:pt x="133" y="13093"/>
                          <a:pt x="828" y="33083"/>
                          <a:pt x="828" y="33083"/>
                        </a:cubicBezTo>
                        <a:lnTo>
                          <a:pt x="3582" y="33083"/>
                        </a:lnTo>
                        <a:lnTo>
                          <a:pt x="473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0"/>
                  <p:cNvSpPr/>
                  <p:nvPr/>
                </p:nvSpPr>
                <p:spPr>
                  <a:xfrm>
                    <a:off x="6592650" y="1333325"/>
                    <a:ext cx="118300" cy="827100"/>
                  </a:xfrm>
                  <a:custGeom>
                    <a:avLst/>
                    <a:gdLst/>
                    <a:ahLst/>
                    <a:cxnLst/>
                    <a:rect l="l" t="t" r="r" b="b"/>
                    <a:pathLst>
                      <a:path w="4732" h="33084" extrusionOk="0">
                        <a:moveTo>
                          <a:pt x="4731" y="1"/>
                        </a:moveTo>
                        <a:cubicBezTo>
                          <a:pt x="4731" y="1"/>
                          <a:pt x="1" y="719"/>
                          <a:pt x="1" y="9286"/>
                        </a:cubicBezTo>
                        <a:cubicBezTo>
                          <a:pt x="133" y="13093"/>
                          <a:pt x="828" y="33083"/>
                          <a:pt x="828" y="33083"/>
                        </a:cubicBezTo>
                        <a:lnTo>
                          <a:pt x="1934" y="33083"/>
                        </a:lnTo>
                        <a:cubicBezTo>
                          <a:pt x="1934" y="33083"/>
                          <a:pt x="1238" y="13093"/>
                          <a:pt x="1107" y="9286"/>
                        </a:cubicBezTo>
                        <a:cubicBezTo>
                          <a:pt x="1107" y="3428"/>
                          <a:pt x="3318" y="1246"/>
                          <a:pt x="4717" y="447"/>
                        </a:cubicBezTo>
                        <a:lnTo>
                          <a:pt x="473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0"/>
                  <p:cNvSpPr/>
                  <p:nvPr/>
                </p:nvSpPr>
                <p:spPr>
                  <a:xfrm>
                    <a:off x="6551825" y="2059525"/>
                    <a:ext cx="198650" cy="198650"/>
                  </a:xfrm>
                  <a:custGeom>
                    <a:avLst/>
                    <a:gdLst/>
                    <a:ahLst/>
                    <a:cxnLst/>
                    <a:rect l="l" t="t" r="r" b="b"/>
                    <a:pathLst>
                      <a:path w="7946" h="7946" extrusionOk="0">
                        <a:moveTo>
                          <a:pt x="3977" y="1"/>
                        </a:moveTo>
                        <a:cubicBezTo>
                          <a:pt x="1780" y="1"/>
                          <a:pt x="1" y="1780"/>
                          <a:pt x="1" y="3977"/>
                        </a:cubicBezTo>
                        <a:cubicBezTo>
                          <a:pt x="1" y="6166"/>
                          <a:pt x="1780" y="7945"/>
                          <a:pt x="3977" y="7945"/>
                        </a:cubicBezTo>
                        <a:cubicBezTo>
                          <a:pt x="6166" y="7945"/>
                          <a:pt x="7946" y="6166"/>
                          <a:pt x="7946" y="3977"/>
                        </a:cubicBezTo>
                        <a:cubicBezTo>
                          <a:pt x="7946" y="1780"/>
                          <a:pt x="6166" y="1"/>
                          <a:pt x="397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30"/>
                  <p:cNvSpPr/>
                  <p:nvPr/>
                </p:nvSpPr>
                <p:spPr>
                  <a:xfrm>
                    <a:off x="6602000" y="2109700"/>
                    <a:ext cx="98500" cy="98325"/>
                  </a:xfrm>
                  <a:custGeom>
                    <a:avLst/>
                    <a:gdLst/>
                    <a:ahLst/>
                    <a:cxnLst/>
                    <a:rect l="l" t="t" r="r" b="b"/>
                    <a:pathLst>
                      <a:path w="3940" h="3933" extrusionOk="0">
                        <a:moveTo>
                          <a:pt x="1970" y="0"/>
                        </a:moveTo>
                        <a:cubicBezTo>
                          <a:pt x="879" y="0"/>
                          <a:pt x="0" y="879"/>
                          <a:pt x="0" y="1970"/>
                        </a:cubicBezTo>
                        <a:cubicBezTo>
                          <a:pt x="0" y="3053"/>
                          <a:pt x="879" y="3932"/>
                          <a:pt x="1970" y="3932"/>
                        </a:cubicBezTo>
                        <a:cubicBezTo>
                          <a:pt x="3054" y="3932"/>
                          <a:pt x="3940" y="3053"/>
                          <a:pt x="3940" y="1970"/>
                        </a:cubicBezTo>
                        <a:cubicBezTo>
                          <a:pt x="3940" y="879"/>
                          <a:pt x="3054" y="0"/>
                          <a:pt x="19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343" name="Google Shape;343;p30"/>
            <p:cNvGrpSpPr/>
            <p:nvPr/>
          </p:nvGrpSpPr>
          <p:grpSpPr>
            <a:xfrm flipH="1">
              <a:off x="7594869" y="3374147"/>
              <a:ext cx="718276" cy="464996"/>
              <a:chOff x="7274650" y="3469100"/>
              <a:chExt cx="1583500" cy="1020400"/>
            </a:xfrm>
          </p:grpSpPr>
          <p:sp>
            <p:nvSpPr>
              <p:cNvPr id="344" name="Google Shape;344;p30"/>
              <p:cNvSpPr/>
              <p:nvPr/>
            </p:nvSpPr>
            <p:spPr>
              <a:xfrm>
                <a:off x="7320250" y="3478425"/>
                <a:ext cx="1492325" cy="840275"/>
              </a:xfrm>
              <a:custGeom>
                <a:avLst/>
                <a:gdLst/>
                <a:ahLst/>
                <a:cxnLst/>
                <a:rect l="l" t="t" r="r" b="b"/>
                <a:pathLst>
                  <a:path w="59693" h="33611" extrusionOk="0">
                    <a:moveTo>
                      <a:pt x="0" y="1"/>
                    </a:moveTo>
                    <a:lnTo>
                      <a:pt x="0" y="33610"/>
                    </a:lnTo>
                    <a:lnTo>
                      <a:pt x="59692" y="33610"/>
                    </a:lnTo>
                    <a:lnTo>
                      <a:pt x="5969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0"/>
              <p:cNvSpPr/>
              <p:nvPr/>
            </p:nvSpPr>
            <p:spPr>
              <a:xfrm>
                <a:off x="7310900" y="3469100"/>
                <a:ext cx="1511000" cy="858925"/>
              </a:xfrm>
              <a:custGeom>
                <a:avLst/>
                <a:gdLst/>
                <a:ahLst/>
                <a:cxnLst/>
                <a:rect l="l" t="t" r="r" b="b"/>
                <a:pathLst>
                  <a:path w="60440" h="34357" extrusionOk="0">
                    <a:moveTo>
                      <a:pt x="11951" y="740"/>
                    </a:moveTo>
                    <a:lnTo>
                      <a:pt x="11951" y="11203"/>
                    </a:lnTo>
                    <a:lnTo>
                      <a:pt x="748" y="11203"/>
                    </a:lnTo>
                    <a:lnTo>
                      <a:pt x="748" y="740"/>
                    </a:lnTo>
                    <a:close/>
                    <a:moveTo>
                      <a:pt x="23879" y="740"/>
                    </a:moveTo>
                    <a:lnTo>
                      <a:pt x="23879" y="11203"/>
                    </a:lnTo>
                    <a:lnTo>
                      <a:pt x="12690" y="11203"/>
                    </a:lnTo>
                    <a:lnTo>
                      <a:pt x="12690" y="740"/>
                    </a:lnTo>
                    <a:close/>
                    <a:moveTo>
                      <a:pt x="35815" y="740"/>
                    </a:moveTo>
                    <a:lnTo>
                      <a:pt x="35815" y="11203"/>
                    </a:lnTo>
                    <a:lnTo>
                      <a:pt x="24626" y="11203"/>
                    </a:lnTo>
                    <a:lnTo>
                      <a:pt x="24626" y="740"/>
                    </a:lnTo>
                    <a:close/>
                    <a:moveTo>
                      <a:pt x="47750" y="740"/>
                    </a:moveTo>
                    <a:lnTo>
                      <a:pt x="47750" y="11203"/>
                    </a:lnTo>
                    <a:lnTo>
                      <a:pt x="36561" y="11203"/>
                    </a:lnTo>
                    <a:lnTo>
                      <a:pt x="36561" y="740"/>
                    </a:lnTo>
                    <a:close/>
                    <a:moveTo>
                      <a:pt x="59693" y="740"/>
                    </a:moveTo>
                    <a:lnTo>
                      <a:pt x="59693" y="11203"/>
                    </a:lnTo>
                    <a:lnTo>
                      <a:pt x="48490" y="11203"/>
                    </a:lnTo>
                    <a:lnTo>
                      <a:pt x="48490" y="740"/>
                    </a:lnTo>
                    <a:close/>
                    <a:moveTo>
                      <a:pt x="11951" y="11943"/>
                    </a:moveTo>
                    <a:lnTo>
                      <a:pt x="11951" y="22407"/>
                    </a:lnTo>
                    <a:lnTo>
                      <a:pt x="748" y="22407"/>
                    </a:lnTo>
                    <a:lnTo>
                      <a:pt x="748" y="11943"/>
                    </a:lnTo>
                    <a:close/>
                    <a:moveTo>
                      <a:pt x="23879" y="11943"/>
                    </a:moveTo>
                    <a:lnTo>
                      <a:pt x="23879" y="22407"/>
                    </a:lnTo>
                    <a:lnTo>
                      <a:pt x="12690" y="22407"/>
                    </a:lnTo>
                    <a:lnTo>
                      <a:pt x="12690" y="11943"/>
                    </a:lnTo>
                    <a:close/>
                    <a:moveTo>
                      <a:pt x="35815" y="11943"/>
                    </a:moveTo>
                    <a:lnTo>
                      <a:pt x="35815" y="22407"/>
                    </a:lnTo>
                    <a:lnTo>
                      <a:pt x="24626" y="22407"/>
                    </a:lnTo>
                    <a:lnTo>
                      <a:pt x="24626" y="11943"/>
                    </a:lnTo>
                    <a:close/>
                    <a:moveTo>
                      <a:pt x="47750" y="11943"/>
                    </a:moveTo>
                    <a:lnTo>
                      <a:pt x="47750" y="22407"/>
                    </a:lnTo>
                    <a:lnTo>
                      <a:pt x="36561" y="22407"/>
                    </a:lnTo>
                    <a:lnTo>
                      <a:pt x="36561" y="11943"/>
                    </a:lnTo>
                    <a:close/>
                    <a:moveTo>
                      <a:pt x="59693" y="11943"/>
                    </a:moveTo>
                    <a:lnTo>
                      <a:pt x="59693" y="22407"/>
                    </a:lnTo>
                    <a:lnTo>
                      <a:pt x="48490" y="22407"/>
                    </a:lnTo>
                    <a:lnTo>
                      <a:pt x="48490" y="11943"/>
                    </a:lnTo>
                    <a:close/>
                    <a:moveTo>
                      <a:pt x="11951" y="23154"/>
                    </a:moveTo>
                    <a:lnTo>
                      <a:pt x="11951" y="33610"/>
                    </a:lnTo>
                    <a:lnTo>
                      <a:pt x="748" y="33610"/>
                    </a:lnTo>
                    <a:lnTo>
                      <a:pt x="748" y="23154"/>
                    </a:lnTo>
                    <a:close/>
                    <a:moveTo>
                      <a:pt x="23879" y="23154"/>
                    </a:moveTo>
                    <a:lnTo>
                      <a:pt x="23879" y="33610"/>
                    </a:lnTo>
                    <a:lnTo>
                      <a:pt x="12690" y="33610"/>
                    </a:lnTo>
                    <a:lnTo>
                      <a:pt x="12690" y="23154"/>
                    </a:lnTo>
                    <a:close/>
                    <a:moveTo>
                      <a:pt x="35815" y="23154"/>
                    </a:moveTo>
                    <a:lnTo>
                      <a:pt x="35815" y="33610"/>
                    </a:lnTo>
                    <a:lnTo>
                      <a:pt x="24626" y="33610"/>
                    </a:lnTo>
                    <a:lnTo>
                      <a:pt x="24626" y="23154"/>
                    </a:lnTo>
                    <a:close/>
                    <a:moveTo>
                      <a:pt x="47750" y="23154"/>
                    </a:moveTo>
                    <a:lnTo>
                      <a:pt x="47750" y="33610"/>
                    </a:lnTo>
                    <a:lnTo>
                      <a:pt x="36561" y="33610"/>
                    </a:lnTo>
                    <a:lnTo>
                      <a:pt x="36561" y="23154"/>
                    </a:lnTo>
                    <a:close/>
                    <a:moveTo>
                      <a:pt x="59693" y="23154"/>
                    </a:moveTo>
                    <a:lnTo>
                      <a:pt x="59693" y="33610"/>
                    </a:lnTo>
                    <a:lnTo>
                      <a:pt x="48490" y="33610"/>
                    </a:lnTo>
                    <a:lnTo>
                      <a:pt x="48490" y="23154"/>
                    </a:lnTo>
                    <a:close/>
                    <a:moveTo>
                      <a:pt x="1" y="0"/>
                    </a:moveTo>
                    <a:lnTo>
                      <a:pt x="1" y="34357"/>
                    </a:lnTo>
                    <a:lnTo>
                      <a:pt x="60440" y="34357"/>
                    </a:lnTo>
                    <a:lnTo>
                      <a:pt x="6044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0"/>
              <p:cNvSpPr/>
              <p:nvPr/>
            </p:nvSpPr>
            <p:spPr>
              <a:xfrm>
                <a:off x="7274650" y="4328000"/>
                <a:ext cx="1583500" cy="61900"/>
              </a:xfrm>
              <a:custGeom>
                <a:avLst/>
                <a:gdLst/>
                <a:ahLst/>
                <a:cxnLst/>
                <a:rect l="l" t="t" r="r" b="b"/>
                <a:pathLst>
                  <a:path w="63340" h="2476" extrusionOk="0">
                    <a:moveTo>
                      <a:pt x="1304" y="1"/>
                    </a:moveTo>
                    <a:cubicBezTo>
                      <a:pt x="587" y="1"/>
                      <a:pt x="1" y="550"/>
                      <a:pt x="1" y="1238"/>
                    </a:cubicBezTo>
                    <a:cubicBezTo>
                      <a:pt x="1" y="1919"/>
                      <a:pt x="587" y="2476"/>
                      <a:pt x="1304" y="2476"/>
                    </a:cubicBezTo>
                    <a:lnTo>
                      <a:pt x="62036" y="2476"/>
                    </a:lnTo>
                    <a:cubicBezTo>
                      <a:pt x="62754" y="2476"/>
                      <a:pt x="63340" y="1919"/>
                      <a:pt x="63340" y="1238"/>
                    </a:cubicBezTo>
                    <a:cubicBezTo>
                      <a:pt x="63340" y="550"/>
                      <a:pt x="62754" y="1"/>
                      <a:pt x="620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0"/>
              <p:cNvSpPr/>
              <p:nvPr/>
            </p:nvSpPr>
            <p:spPr>
              <a:xfrm>
                <a:off x="7783200" y="4389875"/>
                <a:ext cx="566225" cy="99625"/>
              </a:xfrm>
              <a:custGeom>
                <a:avLst/>
                <a:gdLst/>
                <a:ahLst/>
                <a:cxnLst/>
                <a:rect l="l" t="t" r="r" b="b"/>
                <a:pathLst>
                  <a:path w="22649" h="3985" extrusionOk="0">
                    <a:moveTo>
                      <a:pt x="0" y="1"/>
                    </a:moveTo>
                    <a:lnTo>
                      <a:pt x="0" y="3984"/>
                    </a:lnTo>
                    <a:lnTo>
                      <a:pt x="22649" y="3984"/>
                    </a:lnTo>
                    <a:lnTo>
                      <a:pt x="2264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3"/>
          <p:cNvSpPr txBox="1">
            <a:spLocks noGrp="1"/>
          </p:cNvSpPr>
          <p:nvPr>
            <p:ph type="title"/>
          </p:nvPr>
        </p:nvSpPr>
        <p:spPr>
          <a:xfrm>
            <a:off x="147760" y="1066663"/>
            <a:ext cx="5492647" cy="82017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Scelta del dataset</a:t>
            </a:r>
            <a:endParaRPr dirty="0"/>
          </a:p>
        </p:txBody>
      </p:sp>
      <p:sp>
        <p:nvSpPr>
          <p:cNvPr id="396" name="Google Shape;396;p33"/>
          <p:cNvSpPr txBox="1">
            <a:spLocks noGrp="1"/>
          </p:cNvSpPr>
          <p:nvPr>
            <p:ph type="subTitle" idx="1"/>
          </p:nvPr>
        </p:nvSpPr>
        <p:spPr>
          <a:xfrm>
            <a:off x="438019" y="2108536"/>
            <a:ext cx="4983452" cy="2096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sz="1500" dirty="0"/>
              <a:t>Il dataset scelto offre una vasta gamma di informazioni sull'</a:t>
            </a:r>
            <a:r>
              <a:rPr lang="it-IT" sz="1500" b="1" dirty="0"/>
              <a:t>energia sostenibile </a:t>
            </a:r>
            <a:r>
              <a:rPr lang="it-IT" sz="1500" dirty="0"/>
              <a:t>a livello globale dal 2000 al 2020, fornendo una panoramica dettagliata delle tendenze e dei progressi nel settore. È utile per </a:t>
            </a:r>
            <a:r>
              <a:rPr lang="it-IT" sz="1500" b="1" dirty="0"/>
              <a:t>analizzare</a:t>
            </a:r>
            <a:r>
              <a:rPr lang="it-IT" sz="1500" dirty="0"/>
              <a:t> l'uso globale dell'energia, </a:t>
            </a:r>
            <a:r>
              <a:rPr lang="it-IT" sz="1500" b="1" dirty="0"/>
              <a:t>valutare</a:t>
            </a:r>
            <a:r>
              <a:rPr lang="it-IT" sz="1500" dirty="0"/>
              <a:t> l'impatto delle politiche energetiche e ambientali e </a:t>
            </a:r>
            <a:r>
              <a:rPr lang="it-IT" sz="1500" b="1" dirty="0"/>
              <a:t>sviluppare</a:t>
            </a:r>
            <a:r>
              <a:rPr lang="it-IT" sz="1500" dirty="0"/>
              <a:t> modelli predittivi sulle emissioni future di CO2 e l'adozione delle energie rinnovabili(su cui ci soffermeremo dopo).</a:t>
            </a:r>
          </a:p>
        </p:txBody>
      </p:sp>
      <p:sp>
        <p:nvSpPr>
          <p:cNvPr id="397" name="Google Shape;397;p33"/>
          <p:cNvSpPr txBox="1">
            <a:spLocks noGrp="1"/>
          </p:cNvSpPr>
          <p:nvPr>
            <p:ph type="title" idx="2"/>
          </p:nvPr>
        </p:nvSpPr>
        <p:spPr>
          <a:xfrm>
            <a:off x="304482" y="121621"/>
            <a:ext cx="1691700" cy="1206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01</a:t>
            </a:r>
            <a:endParaRPr dirty="0"/>
          </a:p>
        </p:txBody>
      </p:sp>
      <p:grpSp>
        <p:nvGrpSpPr>
          <p:cNvPr id="398" name="Google Shape;398;p33"/>
          <p:cNvGrpSpPr/>
          <p:nvPr/>
        </p:nvGrpSpPr>
        <p:grpSpPr>
          <a:xfrm>
            <a:off x="5640407" y="433064"/>
            <a:ext cx="3065574" cy="2907538"/>
            <a:chOff x="4744339" y="976290"/>
            <a:chExt cx="3479686" cy="3149236"/>
          </a:xfrm>
        </p:grpSpPr>
        <p:sp>
          <p:nvSpPr>
            <p:cNvPr id="399" name="Google Shape;399;p33"/>
            <p:cNvSpPr/>
            <p:nvPr/>
          </p:nvSpPr>
          <p:spPr>
            <a:xfrm>
              <a:off x="4790442" y="1989108"/>
              <a:ext cx="3216262" cy="1608197"/>
            </a:xfrm>
            <a:custGeom>
              <a:avLst/>
              <a:gdLst/>
              <a:ahLst/>
              <a:cxnLst/>
              <a:rect l="l" t="t" r="r" b="b"/>
              <a:pathLst>
                <a:path w="98274" h="49139" extrusionOk="0">
                  <a:moveTo>
                    <a:pt x="49138" y="1"/>
                  </a:moveTo>
                  <a:cubicBezTo>
                    <a:pt x="22000" y="1"/>
                    <a:pt x="1" y="22000"/>
                    <a:pt x="1" y="49138"/>
                  </a:cubicBezTo>
                  <a:lnTo>
                    <a:pt x="98273" y="49138"/>
                  </a:lnTo>
                  <a:cubicBezTo>
                    <a:pt x="98273" y="22000"/>
                    <a:pt x="76276" y="1"/>
                    <a:pt x="491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3"/>
            <p:cNvSpPr/>
            <p:nvPr/>
          </p:nvSpPr>
          <p:spPr>
            <a:xfrm>
              <a:off x="6461606" y="2851347"/>
              <a:ext cx="1277453" cy="560360"/>
            </a:xfrm>
            <a:custGeom>
              <a:avLst/>
              <a:gdLst/>
              <a:ahLst/>
              <a:cxnLst/>
              <a:rect l="l" t="t" r="r" b="b"/>
              <a:pathLst>
                <a:path w="39033" h="17122" extrusionOk="0">
                  <a:moveTo>
                    <a:pt x="25908" y="1"/>
                  </a:moveTo>
                  <a:lnTo>
                    <a:pt x="15731" y="6347"/>
                  </a:lnTo>
                  <a:lnTo>
                    <a:pt x="9120" y="1658"/>
                  </a:lnTo>
                  <a:lnTo>
                    <a:pt x="0" y="8732"/>
                  </a:lnTo>
                  <a:lnTo>
                    <a:pt x="4591" y="17122"/>
                  </a:lnTo>
                  <a:lnTo>
                    <a:pt x="38383" y="15649"/>
                  </a:lnTo>
                  <a:lnTo>
                    <a:pt x="39033" y="9841"/>
                  </a:lnTo>
                  <a:lnTo>
                    <a:pt x="259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3"/>
            <p:cNvSpPr/>
            <p:nvPr/>
          </p:nvSpPr>
          <p:spPr>
            <a:xfrm>
              <a:off x="7169709" y="2955387"/>
              <a:ext cx="149663" cy="465091"/>
            </a:xfrm>
            <a:custGeom>
              <a:avLst/>
              <a:gdLst/>
              <a:ahLst/>
              <a:cxnLst/>
              <a:rect l="l" t="t" r="r" b="b"/>
              <a:pathLst>
                <a:path w="4573" h="14211" extrusionOk="0">
                  <a:moveTo>
                    <a:pt x="393" y="0"/>
                  </a:moveTo>
                  <a:cubicBezTo>
                    <a:pt x="319" y="0"/>
                    <a:pt x="244" y="24"/>
                    <a:pt x="181" y="73"/>
                  </a:cubicBezTo>
                  <a:cubicBezTo>
                    <a:pt x="28" y="189"/>
                    <a:pt x="0" y="408"/>
                    <a:pt x="116" y="560"/>
                  </a:cubicBezTo>
                  <a:cubicBezTo>
                    <a:pt x="153" y="610"/>
                    <a:pt x="3829" y="5542"/>
                    <a:pt x="2342" y="13801"/>
                  </a:cubicBezTo>
                  <a:cubicBezTo>
                    <a:pt x="2308" y="13990"/>
                    <a:pt x="2432" y="14170"/>
                    <a:pt x="2623" y="14204"/>
                  </a:cubicBezTo>
                  <a:cubicBezTo>
                    <a:pt x="2643" y="14209"/>
                    <a:pt x="2664" y="14211"/>
                    <a:pt x="2685" y="14211"/>
                  </a:cubicBezTo>
                  <a:cubicBezTo>
                    <a:pt x="2851" y="14211"/>
                    <a:pt x="2997" y="14093"/>
                    <a:pt x="3027" y="13923"/>
                  </a:cubicBezTo>
                  <a:cubicBezTo>
                    <a:pt x="4572" y="5345"/>
                    <a:pt x="829" y="346"/>
                    <a:pt x="668" y="138"/>
                  </a:cubicBezTo>
                  <a:cubicBezTo>
                    <a:pt x="600" y="47"/>
                    <a:pt x="497" y="0"/>
                    <a:pt x="39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p:cNvSpPr/>
            <p:nvPr/>
          </p:nvSpPr>
          <p:spPr>
            <a:xfrm>
              <a:off x="7133185" y="2922660"/>
              <a:ext cx="109473" cy="87088"/>
            </a:xfrm>
            <a:custGeom>
              <a:avLst/>
              <a:gdLst/>
              <a:ahLst/>
              <a:cxnLst/>
              <a:rect l="l" t="t" r="r" b="b"/>
              <a:pathLst>
                <a:path w="3345" h="2661" extrusionOk="0">
                  <a:moveTo>
                    <a:pt x="464" y="0"/>
                  </a:moveTo>
                  <a:lnTo>
                    <a:pt x="464" y="0"/>
                  </a:lnTo>
                  <a:cubicBezTo>
                    <a:pt x="1" y="2551"/>
                    <a:pt x="1915" y="2660"/>
                    <a:pt x="2246" y="2660"/>
                  </a:cubicBezTo>
                  <a:cubicBezTo>
                    <a:pt x="2278" y="2660"/>
                    <a:pt x="2295" y="2659"/>
                    <a:pt x="2295" y="2659"/>
                  </a:cubicBezTo>
                  <a:cubicBezTo>
                    <a:pt x="2295" y="2659"/>
                    <a:pt x="3344" y="305"/>
                    <a:pt x="46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3"/>
            <p:cNvSpPr/>
            <p:nvPr/>
          </p:nvSpPr>
          <p:spPr>
            <a:xfrm>
              <a:off x="7211142" y="2981308"/>
              <a:ext cx="100572" cy="78481"/>
            </a:xfrm>
            <a:custGeom>
              <a:avLst/>
              <a:gdLst/>
              <a:ahLst/>
              <a:cxnLst/>
              <a:rect l="l" t="t" r="r" b="b"/>
              <a:pathLst>
                <a:path w="3073" h="2398" extrusionOk="0">
                  <a:moveTo>
                    <a:pt x="2836" y="0"/>
                  </a:moveTo>
                  <a:lnTo>
                    <a:pt x="2836" y="0"/>
                  </a:lnTo>
                  <a:cubicBezTo>
                    <a:pt x="1" y="105"/>
                    <a:pt x="634" y="2361"/>
                    <a:pt x="634" y="2361"/>
                  </a:cubicBezTo>
                  <a:cubicBezTo>
                    <a:pt x="634" y="2361"/>
                    <a:pt x="810" y="2397"/>
                    <a:pt x="1064" y="2397"/>
                  </a:cubicBezTo>
                  <a:cubicBezTo>
                    <a:pt x="1770" y="2397"/>
                    <a:pt x="3073" y="2117"/>
                    <a:pt x="283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p:cNvSpPr/>
            <p:nvPr/>
          </p:nvSpPr>
          <p:spPr>
            <a:xfrm>
              <a:off x="7128603" y="3031315"/>
              <a:ext cx="104761" cy="61200"/>
            </a:xfrm>
            <a:custGeom>
              <a:avLst/>
              <a:gdLst/>
              <a:ahLst/>
              <a:cxnLst/>
              <a:rect l="l" t="t" r="r" b="b"/>
              <a:pathLst>
                <a:path w="3201" h="1870" extrusionOk="0">
                  <a:moveTo>
                    <a:pt x="1716" y="0"/>
                  </a:moveTo>
                  <a:cubicBezTo>
                    <a:pt x="1198" y="0"/>
                    <a:pt x="597" y="285"/>
                    <a:pt x="1" y="1200"/>
                  </a:cubicBezTo>
                  <a:cubicBezTo>
                    <a:pt x="647" y="1694"/>
                    <a:pt x="1185" y="1870"/>
                    <a:pt x="1625" y="1870"/>
                  </a:cubicBezTo>
                  <a:cubicBezTo>
                    <a:pt x="2719" y="1870"/>
                    <a:pt x="3201" y="780"/>
                    <a:pt x="3201" y="780"/>
                  </a:cubicBezTo>
                  <a:cubicBezTo>
                    <a:pt x="3201" y="780"/>
                    <a:pt x="2573" y="0"/>
                    <a:pt x="171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3"/>
            <p:cNvSpPr/>
            <p:nvPr/>
          </p:nvSpPr>
          <p:spPr>
            <a:xfrm>
              <a:off x="7251691" y="3081061"/>
              <a:ext cx="90361" cy="67222"/>
            </a:xfrm>
            <a:custGeom>
              <a:avLst/>
              <a:gdLst/>
              <a:ahLst/>
              <a:cxnLst/>
              <a:rect l="l" t="t" r="r" b="b"/>
              <a:pathLst>
                <a:path w="2761" h="2054" extrusionOk="0">
                  <a:moveTo>
                    <a:pt x="1906" y="0"/>
                  </a:moveTo>
                  <a:cubicBezTo>
                    <a:pt x="0" y="0"/>
                    <a:pt x="32" y="1829"/>
                    <a:pt x="32" y="1829"/>
                  </a:cubicBezTo>
                  <a:cubicBezTo>
                    <a:pt x="32" y="1829"/>
                    <a:pt x="487" y="2053"/>
                    <a:pt x="1029" y="2053"/>
                  </a:cubicBezTo>
                  <a:cubicBezTo>
                    <a:pt x="1709" y="2053"/>
                    <a:pt x="2529" y="1699"/>
                    <a:pt x="2760" y="103"/>
                  </a:cubicBezTo>
                  <a:cubicBezTo>
                    <a:pt x="2439" y="32"/>
                    <a:pt x="2156" y="0"/>
                    <a:pt x="190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3"/>
            <p:cNvSpPr/>
            <p:nvPr/>
          </p:nvSpPr>
          <p:spPr>
            <a:xfrm>
              <a:off x="7149843" y="3101123"/>
              <a:ext cx="104826" cy="61659"/>
            </a:xfrm>
            <a:custGeom>
              <a:avLst/>
              <a:gdLst/>
              <a:ahLst/>
              <a:cxnLst/>
              <a:rect l="l" t="t" r="r" b="b"/>
              <a:pathLst>
                <a:path w="3203" h="1884" extrusionOk="0">
                  <a:moveTo>
                    <a:pt x="1605" y="1"/>
                  </a:moveTo>
                  <a:cubicBezTo>
                    <a:pt x="1163" y="1"/>
                    <a:pt x="628" y="203"/>
                    <a:pt x="0" y="773"/>
                  </a:cubicBezTo>
                  <a:cubicBezTo>
                    <a:pt x="661" y="1620"/>
                    <a:pt x="1281" y="1883"/>
                    <a:pt x="1796" y="1883"/>
                  </a:cubicBezTo>
                  <a:cubicBezTo>
                    <a:pt x="2640" y="1883"/>
                    <a:pt x="3202" y="1177"/>
                    <a:pt x="3202" y="1177"/>
                  </a:cubicBezTo>
                  <a:cubicBezTo>
                    <a:pt x="3202" y="1177"/>
                    <a:pt x="2673" y="1"/>
                    <a:pt x="160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3"/>
            <p:cNvSpPr/>
            <p:nvPr/>
          </p:nvSpPr>
          <p:spPr>
            <a:xfrm>
              <a:off x="7266582" y="3190338"/>
              <a:ext cx="97593" cy="63491"/>
            </a:xfrm>
            <a:custGeom>
              <a:avLst/>
              <a:gdLst/>
              <a:ahLst/>
              <a:cxnLst/>
              <a:rect l="l" t="t" r="r" b="b"/>
              <a:pathLst>
                <a:path w="2982" h="1940" extrusionOk="0">
                  <a:moveTo>
                    <a:pt x="1725" y="0"/>
                  </a:moveTo>
                  <a:cubicBezTo>
                    <a:pt x="236" y="0"/>
                    <a:pt x="0" y="1522"/>
                    <a:pt x="0" y="1522"/>
                  </a:cubicBezTo>
                  <a:cubicBezTo>
                    <a:pt x="0" y="1522"/>
                    <a:pt x="573" y="1939"/>
                    <a:pt x="1247" y="1939"/>
                  </a:cubicBezTo>
                  <a:cubicBezTo>
                    <a:pt x="1859" y="1939"/>
                    <a:pt x="2555" y="1596"/>
                    <a:pt x="2981" y="286"/>
                  </a:cubicBezTo>
                  <a:cubicBezTo>
                    <a:pt x="2486" y="83"/>
                    <a:pt x="2071" y="0"/>
                    <a:pt x="172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3"/>
            <p:cNvSpPr/>
            <p:nvPr/>
          </p:nvSpPr>
          <p:spPr>
            <a:xfrm>
              <a:off x="7167614" y="3191647"/>
              <a:ext cx="101095" cy="63230"/>
            </a:xfrm>
            <a:custGeom>
              <a:avLst/>
              <a:gdLst/>
              <a:ahLst/>
              <a:cxnLst/>
              <a:rect l="l" t="t" r="r" b="b"/>
              <a:pathLst>
                <a:path w="3089" h="1932" extrusionOk="0">
                  <a:moveTo>
                    <a:pt x="1452" y="1"/>
                  </a:moveTo>
                  <a:cubicBezTo>
                    <a:pt x="1059" y="1"/>
                    <a:pt x="580" y="141"/>
                    <a:pt x="0" y="510"/>
                  </a:cubicBezTo>
                  <a:cubicBezTo>
                    <a:pt x="596" y="1623"/>
                    <a:pt x="1274" y="1932"/>
                    <a:pt x="1842" y="1932"/>
                  </a:cubicBezTo>
                  <a:cubicBezTo>
                    <a:pt x="2550" y="1932"/>
                    <a:pt x="3089" y="1452"/>
                    <a:pt x="3089" y="1452"/>
                  </a:cubicBezTo>
                  <a:cubicBezTo>
                    <a:pt x="3089" y="1452"/>
                    <a:pt x="2714" y="1"/>
                    <a:pt x="14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3"/>
            <p:cNvSpPr/>
            <p:nvPr/>
          </p:nvSpPr>
          <p:spPr>
            <a:xfrm>
              <a:off x="7840459" y="2829485"/>
              <a:ext cx="342886" cy="340104"/>
            </a:xfrm>
            <a:custGeom>
              <a:avLst/>
              <a:gdLst/>
              <a:ahLst/>
              <a:cxnLst/>
              <a:rect l="l" t="t" r="r" b="b"/>
              <a:pathLst>
                <a:path w="10477" h="10392" extrusionOk="0">
                  <a:moveTo>
                    <a:pt x="10087" y="1"/>
                  </a:moveTo>
                  <a:cubicBezTo>
                    <a:pt x="10053" y="1"/>
                    <a:pt x="10019" y="6"/>
                    <a:pt x="9985" y="16"/>
                  </a:cubicBezTo>
                  <a:cubicBezTo>
                    <a:pt x="9732" y="93"/>
                    <a:pt x="3787" y="2004"/>
                    <a:pt x="82" y="9893"/>
                  </a:cubicBezTo>
                  <a:cubicBezTo>
                    <a:pt x="0" y="10067"/>
                    <a:pt x="73" y="10275"/>
                    <a:pt x="249" y="10357"/>
                  </a:cubicBezTo>
                  <a:cubicBezTo>
                    <a:pt x="297" y="10381"/>
                    <a:pt x="346" y="10391"/>
                    <a:pt x="395" y="10391"/>
                  </a:cubicBezTo>
                  <a:cubicBezTo>
                    <a:pt x="526" y="10391"/>
                    <a:pt x="653" y="10316"/>
                    <a:pt x="711" y="10190"/>
                  </a:cubicBezTo>
                  <a:cubicBezTo>
                    <a:pt x="4278" y="2594"/>
                    <a:pt x="10131" y="699"/>
                    <a:pt x="10189" y="681"/>
                  </a:cubicBezTo>
                  <a:cubicBezTo>
                    <a:pt x="10374" y="624"/>
                    <a:pt x="10477" y="430"/>
                    <a:pt x="10419" y="246"/>
                  </a:cubicBezTo>
                  <a:cubicBezTo>
                    <a:pt x="10373" y="96"/>
                    <a:pt x="10235" y="1"/>
                    <a:pt x="1008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p:cNvSpPr/>
            <p:nvPr/>
          </p:nvSpPr>
          <p:spPr>
            <a:xfrm>
              <a:off x="8124730" y="2810503"/>
              <a:ext cx="99295" cy="64015"/>
            </a:xfrm>
            <a:custGeom>
              <a:avLst/>
              <a:gdLst/>
              <a:ahLst/>
              <a:cxnLst/>
              <a:rect l="l" t="t" r="r" b="b"/>
              <a:pathLst>
                <a:path w="3034" h="1956" extrusionOk="0">
                  <a:moveTo>
                    <a:pt x="1648" y="1"/>
                  </a:moveTo>
                  <a:cubicBezTo>
                    <a:pt x="309" y="1"/>
                    <a:pt x="1" y="1543"/>
                    <a:pt x="1" y="1543"/>
                  </a:cubicBezTo>
                  <a:cubicBezTo>
                    <a:pt x="1" y="1543"/>
                    <a:pt x="518" y="1956"/>
                    <a:pt x="1184" y="1956"/>
                  </a:cubicBezTo>
                  <a:cubicBezTo>
                    <a:pt x="1770" y="1956"/>
                    <a:pt x="2471" y="1636"/>
                    <a:pt x="3033" y="433"/>
                  </a:cubicBezTo>
                  <a:cubicBezTo>
                    <a:pt x="2480" y="122"/>
                    <a:pt x="2023" y="1"/>
                    <a:pt x="164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3"/>
            <p:cNvSpPr/>
            <p:nvPr/>
          </p:nvSpPr>
          <p:spPr>
            <a:xfrm>
              <a:off x="7999973" y="2782455"/>
              <a:ext cx="136866" cy="104761"/>
            </a:xfrm>
            <a:custGeom>
              <a:avLst/>
              <a:gdLst/>
              <a:ahLst/>
              <a:cxnLst/>
              <a:rect l="l" t="t" r="r" b="b"/>
              <a:pathLst>
                <a:path w="4182" h="3201" extrusionOk="0">
                  <a:moveTo>
                    <a:pt x="1930" y="0"/>
                  </a:moveTo>
                  <a:lnTo>
                    <a:pt x="1930" y="0"/>
                  </a:lnTo>
                  <a:cubicBezTo>
                    <a:pt x="1" y="2161"/>
                    <a:pt x="2362" y="3200"/>
                    <a:pt x="2362" y="3200"/>
                  </a:cubicBezTo>
                  <a:cubicBezTo>
                    <a:pt x="2362" y="3200"/>
                    <a:pt x="4182" y="1728"/>
                    <a:pt x="19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3"/>
            <p:cNvSpPr/>
            <p:nvPr/>
          </p:nvSpPr>
          <p:spPr>
            <a:xfrm>
              <a:off x="8062351" y="2882438"/>
              <a:ext cx="94681" cy="74422"/>
            </a:xfrm>
            <a:custGeom>
              <a:avLst/>
              <a:gdLst/>
              <a:ahLst/>
              <a:cxnLst/>
              <a:rect l="l" t="t" r="r" b="b"/>
              <a:pathLst>
                <a:path w="2893" h="2274" extrusionOk="0">
                  <a:moveTo>
                    <a:pt x="1061" y="1"/>
                  </a:moveTo>
                  <a:cubicBezTo>
                    <a:pt x="710" y="1"/>
                    <a:pt x="447" y="74"/>
                    <a:pt x="447" y="74"/>
                  </a:cubicBezTo>
                  <a:cubicBezTo>
                    <a:pt x="447" y="74"/>
                    <a:pt x="1" y="2273"/>
                    <a:pt x="2640" y="2273"/>
                  </a:cubicBezTo>
                  <a:cubicBezTo>
                    <a:pt x="2697" y="2273"/>
                    <a:pt x="2755" y="2272"/>
                    <a:pt x="2814" y="2270"/>
                  </a:cubicBezTo>
                  <a:cubicBezTo>
                    <a:pt x="2893" y="318"/>
                    <a:pt x="1788" y="1"/>
                    <a:pt x="106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p:cNvSpPr/>
            <p:nvPr/>
          </p:nvSpPr>
          <p:spPr>
            <a:xfrm>
              <a:off x="7929249" y="2844539"/>
              <a:ext cx="128717" cy="97724"/>
            </a:xfrm>
            <a:custGeom>
              <a:avLst/>
              <a:gdLst/>
              <a:ahLst/>
              <a:cxnLst/>
              <a:rect l="l" t="t" r="r" b="b"/>
              <a:pathLst>
                <a:path w="3933" h="2986" extrusionOk="0">
                  <a:moveTo>
                    <a:pt x="1318" y="0"/>
                  </a:moveTo>
                  <a:cubicBezTo>
                    <a:pt x="0" y="2578"/>
                    <a:pt x="2546" y="2986"/>
                    <a:pt x="2546" y="2986"/>
                  </a:cubicBezTo>
                  <a:cubicBezTo>
                    <a:pt x="2546" y="2986"/>
                    <a:pt x="3932" y="1099"/>
                    <a:pt x="131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p:cNvSpPr/>
            <p:nvPr/>
          </p:nvSpPr>
          <p:spPr>
            <a:xfrm>
              <a:off x="8011722" y="2930253"/>
              <a:ext cx="93175" cy="65390"/>
            </a:xfrm>
            <a:custGeom>
              <a:avLst/>
              <a:gdLst/>
              <a:ahLst/>
              <a:cxnLst/>
              <a:rect l="l" t="t" r="r" b="b"/>
              <a:pathLst>
                <a:path w="2847" h="1998" extrusionOk="0">
                  <a:moveTo>
                    <a:pt x="1112" y="1"/>
                  </a:moveTo>
                  <a:cubicBezTo>
                    <a:pt x="511" y="1"/>
                    <a:pt x="0" y="300"/>
                    <a:pt x="0" y="300"/>
                  </a:cubicBezTo>
                  <a:cubicBezTo>
                    <a:pt x="0" y="300"/>
                    <a:pt x="94" y="1997"/>
                    <a:pt x="1802" y="1997"/>
                  </a:cubicBezTo>
                  <a:cubicBezTo>
                    <a:pt x="2099" y="1997"/>
                    <a:pt x="2444" y="1946"/>
                    <a:pt x="2846" y="1826"/>
                  </a:cubicBezTo>
                  <a:cubicBezTo>
                    <a:pt x="2522" y="354"/>
                    <a:pt x="1764" y="1"/>
                    <a:pt x="111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3"/>
            <p:cNvSpPr/>
            <p:nvPr/>
          </p:nvSpPr>
          <p:spPr>
            <a:xfrm>
              <a:off x="7860128" y="2925671"/>
              <a:ext cx="117983" cy="89510"/>
            </a:xfrm>
            <a:custGeom>
              <a:avLst/>
              <a:gdLst/>
              <a:ahLst/>
              <a:cxnLst/>
              <a:rect l="l" t="t" r="r" b="b"/>
              <a:pathLst>
                <a:path w="3605" h="2735" extrusionOk="0">
                  <a:moveTo>
                    <a:pt x="842" y="0"/>
                  </a:moveTo>
                  <a:cubicBezTo>
                    <a:pt x="1" y="2704"/>
                    <a:pt x="2443" y="2735"/>
                    <a:pt x="2555" y="2735"/>
                  </a:cubicBezTo>
                  <a:cubicBezTo>
                    <a:pt x="2557" y="2735"/>
                    <a:pt x="2559" y="2735"/>
                    <a:pt x="2559" y="2735"/>
                  </a:cubicBezTo>
                  <a:cubicBezTo>
                    <a:pt x="2559" y="2735"/>
                    <a:pt x="3604" y="640"/>
                    <a:pt x="84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3"/>
            <p:cNvSpPr/>
            <p:nvPr/>
          </p:nvSpPr>
          <p:spPr>
            <a:xfrm>
              <a:off x="7942667" y="2996493"/>
              <a:ext cx="100343" cy="62510"/>
            </a:xfrm>
            <a:custGeom>
              <a:avLst/>
              <a:gdLst/>
              <a:ahLst/>
              <a:cxnLst/>
              <a:rect l="l" t="t" r="r" b="b"/>
              <a:pathLst>
                <a:path w="3066" h="1910" extrusionOk="0">
                  <a:moveTo>
                    <a:pt x="1330" y="1"/>
                  </a:moveTo>
                  <a:cubicBezTo>
                    <a:pt x="605" y="1"/>
                    <a:pt x="0" y="511"/>
                    <a:pt x="0" y="511"/>
                  </a:cubicBezTo>
                  <a:cubicBezTo>
                    <a:pt x="0" y="511"/>
                    <a:pt x="321" y="1910"/>
                    <a:pt x="1681" y="1910"/>
                  </a:cubicBezTo>
                  <a:cubicBezTo>
                    <a:pt x="2058" y="1910"/>
                    <a:pt x="2514" y="1802"/>
                    <a:pt x="3065" y="1528"/>
                  </a:cubicBezTo>
                  <a:cubicBezTo>
                    <a:pt x="2577" y="332"/>
                    <a:pt x="1914" y="1"/>
                    <a:pt x="133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3"/>
            <p:cNvSpPr/>
            <p:nvPr/>
          </p:nvSpPr>
          <p:spPr>
            <a:xfrm>
              <a:off x="6713422" y="2277961"/>
              <a:ext cx="394563" cy="601531"/>
            </a:xfrm>
            <a:custGeom>
              <a:avLst/>
              <a:gdLst/>
              <a:ahLst/>
              <a:cxnLst/>
              <a:rect l="l" t="t" r="r" b="b"/>
              <a:pathLst>
                <a:path w="12056" h="18380" extrusionOk="0">
                  <a:moveTo>
                    <a:pt x="6029" y="0"/>
                  </a:moveTo>
                  <a:cubicBezTo>
                    <a:pt x="2700" y="0"/>
                    <a:pt x="0" y="9023"/>
                    <a:pt x="0" y="12350"/>
                  </a:cubicBezTo>
                  <a:cubicBezTo>
                    <a:pt x="0" y="15679"/>
                    <a:pt x="2700" y="18379"/>
                    <a:pt x="6029" y="18379"/>
                  </a:cubicBezTo>
                  <a:cubicBezTo>
                    <a:pt x="9358" y="18379"/>
                    <a:pt x="12056" y="15679"/>
                    <a:pt x="12056" y="12350"/>
                  </a:cubicBezTo>
                  <a:cubicBezTo>
                    <a:pt x="12056" y="9023"/>
                    <a:pt x="9358" y="0"/>
                    <a:pt x="60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3"/>
            <p:cNvSpPr/>
            <p:nvPr/>
          </p:nvSpPr>
          <p:spPr>
            <a:xfrm>
              <a:off x="6899282" y="2582327"/>
              <a:ext cx="22844" cy="578491"/>
            </a:xfrm>
            <a:custGeom>
              <a:avLst/>
              <a:gdLst/>
              <a:ahLst/>
              <a:cxnLst/>
              <a:rect l="l" t="t" r="r" b="b"/>
              <a:pathLst>
                <a:path w="698" h="17676" extrusionOk="0">
                  <a:moveTo>
                    <a:pt x="350" y="0"/>
                  </a:moveTo>
                  <a:cubicBezTo>
                    <a:pt x="157" y="0"/>
                    <a:pt x="0" y="157"/>
                    <a:pt x="0" y="348"/>
                  </a:cubicBezTo>
                  <a:lnTo>
                    <a:pt x="0" y="17327"/>
                  </a:lnTo>
                  <a:cubicBezTo>
                    <a:pt x="0" y="17520"/>
                    <a:pt x="157" y="17675"/>
                    <a:pt x="350" y="17675"/>
                  </a:cubicBezTo>
                  <a:cubicBezTo>
                    <a:pt x="541" y="17675"/>
                    <a:pt x="698" y="17520"/>
                    <a:pt x="698" y="17327"/>
                  </a:cubicBezTo>
                  <a:lnTo>
                    <a:pt x="698" y="348"/>
                  </a:lnTo>
                  <a:cubicBezTo>
                    <a:pt x="698" y="157"/>
                    <a:pt x="541" y="0"/>
                    <a:pt x="3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3"/>
            <p:cNvSpPr/>
            <p:nvPr/>
          </p:nvSpPr>
          <p:spPr>
            <a:xfrm>
              <a:off x="6824401" y="2736473"/>
              <a:ext cx="98870" cy="95532"/>
            </a:xfrm>
            <a:custGeom>
              <a:avLst/>
              <a:gdLst/>
              <a:ahLst/>
              <a:cxnLst/>
              <a:rect l="l" t="t" r="r" b="b"/>
              <a:pathLst>
                <a:path w="3021" h="2919" extrusionOk="0">
                  <a:moveTo>
                    <a:pt x="382" y="1"/>
                  </a:moveTo>
                  <a:cubicBezTo>
                    <a:pt x="293" y="1"/>
                    <a:pt x="204" y="35"/>
                    <a:pt x="135" y="104"/>
                  </a:cubicBezTo>
                  <a:cubicBezTo>
                    <a:pt x="0" y="242"/>
                    <a:pt x="2" y="463"/>
                    <a:pt x="140" y="598"/>
                  </a:cubicBezTo>
                  <a:lnTo>
                    <a:pt x="2393" y="2819"/>
                  </a:lnTo>
                  <a:cubicBezTo>
                    <a:pt x="2460" y="2886"/>
                    <a:pt x="2550" y="2918"/>
                    <a:pt x="2638" y="2918"/>
                  </a:cubicBezTo>
                  <a:cubicBezTo>
                    <a:pt x="2728" y="2918"/>
                    <a:pt x="2818" y="2884"/>
                    <a:pt x="2885" y="2815"/>
                  </a:cubicBezTo>
                  <a:cubicBezTo>
                    <a:pt x="3020" y="2678"/>
                    <a:pt x="3018" y="2457"/>
                    <a:pt x="2883" y="2322"/>
                  </a:cubicBezTo>
                  <a:lnTo>
                    <a:pt x="627" y="100"/>
                  </a:lnTo>
                  <a:cubicBezTo>
                    <a:pt x="559" y="34"/>
                    <a:pt x="471" y="1"/>
                    <a:pt x="3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3"/>
            <p:cNvSpPr/>
            <p:nvPr/>
          </p:nvSpPr>
          <p:spPr>
            <a:xfrm>
              <a:off x="6898202" y="2655113"/>
              <a:ext cx="75502" cy="73473"/>
            </a:xfrm>
            <a:custGeom>
              <a:avLst/>
              <a:gdLst/>
              <a:ahLst/>
              <a:cxnLst/>
              <a:rect l="l" t="t" r="r" b="b"/>
              <a:pathLst>
                <a:path w="2307" h="2245" extrusionOk="0">
                  <a:moveTo>
                    <a:pt x="1923" y="1"/>
                  </a:moveTo>
                  <a:cubicBezTo>
                    <a:pt x="1834" y="1"/>
                    <a:pt x="1744" y="35"/>
                    <a:pt x="1675" y="103"/>
                  </a:cubicBezTo>
                  <a:lnTo>
                    <a:pt x="136" y="1650"/>
                  </a:lnTo>
                  <a:cubicBezTo>
                    <a:pt x="1" y="1788"/>
                    <a:pt x="1" y="2009"/>
                    <a:pt x="136" y="2144"/>
                  </a:cubicBezTo>
                  <a:cubicBezTo>
                    <a:pt x="205" y="2211"/>
                    <a:pt x="293" y="2245"/>
                    <a:pt x="383" y="2245"/>
                  </a:cubicBezTo>
                  <a:cubicBezTo>
                    <a:pt x="471" y="2245"/>
                    <a:pt x="561" y="2211"/>
                    <a:pt x="630" y="2142"/>
                  </a:cubicBezTo>
                  <a:lnTo>
                    <a:pt x="2169" y="594"/>
                  </a:lnTo>
                  <a:cubicBezTo>
                    <a:pt x="2306" y="459"/>
                    <a:pt x="2304" y="238"/>
                    <a:pt x="2169" y="103"/>
                  </a:cubicBezTo>
                  <a:cubicBezTo>
                    <a:pt x="2100" y="34"/>
                    <a:pt x="2012" y="1"/>
                    <a:pt x="19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3"/>
            <p:cNvSpPr/>
            <p:nvPr/>
          </p:nvSpPr>
          <p:spPr>
            <a:xfrm>
              <a:off x="6897940" y="2919583"/>
              <a:ext cx="86695" cy="73768"/>
            </a:xfrm>
            <a:custGeom>
              <a:avLst/>
              <a:gdLst/>
              <a:ahLst/>
              <a:cxnLst/>
              <a:rect l="l" t="t" r="r" b="b"/>
              <a:pathLst>
                <a:path w="2649" h="2254" extrusionOk="0">
                  <a:moveTo>
                    <a:pt x="2257" y="0"/>
                  </a:moveTo>
                  <a:cubicBezTo>
                    <a:pt x="2179" y="0"/>
                    <a:pt x="2100" y="27"/>
                    <a:pt x="2035" y="81"/>
                  </a:cubicBezTo>
                  <a:lnTo>
                    <a:pt x="168" y="1637"/>
                  </a:lnTo>
                  <a:cubicBezTo>
                    <a:pt x="20" y="1760"/>
                    <a:pt x="0" y="1979"/>
                    <a:pt x="123" y="2127"/>
                  </a:cubicBezTo>
                  <a:cubicBezTo>
                    <a:pt x="191" y="2210"/>
                    <a:pt x="290" y="2253"/>
                    <a:pt x="391" y="2253"/>
                  </a:cubicBezTo>
                  <a:cubicBezTo>
                    <a:pt x="468" y="2253"/>
                    <a:pt x="548" y="2225"/>
                    <a:pt x="614" y="2172"/>
                  </a:cubicBezTo>
                  <a:lnTo>
                    <a:pt x="2481" y="616"/>
                  </a:lnTo>
                  <a:cubicBezTo>
                    <a:pt x="2630" y="493"/>
                    <a:pt x="2649" y="272"/>
                    <a:pt x="2527" y="126"/>
                  </a:cubicBezTo>
                  <a:cubicBezTo>
                    <a:pt x="2457" y="43"/>
                    <a:pt x="2357" y="0"/>
                    <a:pt x="22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p:cNvSpPr/>
            <p:nvPr/>
          </p:nvSpPr>
          <p:spPr>
            <a:xfrm>
              <a:off x="7248320" y="2187633"/>
              <a:ext cx="507309" cy="773384"/>
            </a:xfrm>
            <a:custGeom>
              <a:avLst/>
              <a:gdLst/>
              <a:ahLst/>
              <a:cxnLst/>
              <a:rect l="l" t="t" r="r" b="b"/>
              <a:pathLst>
                <a:path w="15501" h="23631" extrusionOk="0">
                  <a:moveTo>
                    <a:pt x="7750" y="0"/>
                  </a:moveTo>
                  <a:cubicBezTo>
                    <a:pt x="3469" y="0"/>
                    <a:pt x="0" y="11601"/>
                    <a:pt x="0" y="15881"/>
                  </a:cubicBezTo>
                  <a:cubicBezTo>
                    <a:pt x="0" y="20160"/>
                    <a:pt x="3469" y="23631"/>
                    <a:pt x="7750" y="23631"/>
                  </a:cubicBezTo>
                  <a:cubicBezTo>
                    <a:pt x="12030" y="23631"/>
                    <a:pt x="15501" y="20160"/>
                    <a:pt x="15501" y="15881"/>
                  </a:cubicBezTo>
                  <a:cubicBezTo>
                    <a:pt x="15501" y="11601"/>
                    <a:pt x="12030" y="0"/>
                    <a:pt x="77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3"/>
            <p:cNvSpPr/>
            <p:nvPr/>
          </p:nvSpPr>
          <p:spPr>
            <a:xfrm>
              <a:off x="7490504" y="2582196"/>
              <a:ext cx="22877" cy="737351"/>
            </a:xfrm>
            <a:custGeom>
              <a:avLst/>
              <a:gdLst/>
              <a:ahLst/>
              <a:cxnLst/>
              <a:rect l="l" t="t" r="r" b="b"/>
              <a:pathLst>
                <a:path w="699" h="22530" extrusionOk="0">
                  <a:moveTo>
                    <a:pt x="350" y="0"/>
                  </a:moveTo>
                  <a:cubicBezTo>
                    <a:pt x="157" y="0"/>
                    <a:pt x="1" y="157"/>
                    <a:pt x="1" y="350"/>
                  </a:cubicBezTo>
                  <a:lnTo>
                    <a:pt x="1" y="22182"/>
                  </a:lnTo>
                  <a:cubicBezTo>
                    <a:pt x="1" y="22373"/>
                    <a:pt x="157" y="22530"/>
                    <a:pt x="350" y="22530"/>
                  </a:cubicBezTo>
                  <a:cubicBezTo>
                    <a:pt x="541" y="22530"/>
                    <a:pt x="698" y="22373"/>
                    <a:pt x="698" y="22182"/>
                  </a:cubicBezTo>
                  <a:lnTo>
                    <a:pt x="698" y="350"/>
                  </a:lnTo>
                  <a:cubicBezTo>
                    <a:pt x="698" y="157"/>
                    <a:pt x="541" y="0"/>
                    <a:pt x="3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3"/>
            <p:cNvSpPr/>
            <p:nvPr/>
          </p:nvSpPr>
          <p:spPr>
            <a:xfrm>
              <a:off x="7489391" y="2780426"/>
              <a:ext cx="120012" cy="116346"/>
            </a:xfrm>
            <a:custGeom>
              <a:avLst/>
              <a:gdLst/>
              <a:ahLst/>
              <a:cxnLst/>
              <a:rect l="l" t="t" r="r" b="b"/>
              <a:pathLst>
                <a:path w="3667" h="3555" extrusionOk="0">
                  <a:moveTo>
                    <a:pt x="3282" y="1"/>
                  </a:moveTo>
                  <a:cubicBezTo>
                    <a:pt x="3193" y="1"/>
                    <a:pt x="3105" y="34"/>
                    <a:pt x="3037" y="101"/>
                  </a:cubicBezTo>
                  <a:lnTo>
                    <a:pt x="140" y="2957"/>
                  </a:lnTo>
                  <a:cubicBezTo>
                    <a:pt x="2" y="3093"/>
                    <a:pt x="0" y="3314"/>
                    <a:pt x="135" y="3449"/>
                  </a:cubicBezTo>
                  <a:cubicBezTo>
                    <a:pt x="204" y="3520"/>
                    <a:pt x="294" y="3554"/>
                    <a:pt x="384" y="3554"/>
                  </a:cubicBezTo>
                  <a:cubicBezTo>
                    <a:pt x="472" y="3554"/>
                    <a:pt x="560" y="3520"/>
                    <a:pt x="629" y="3453"/>
                  </a:cubicBezTo>
                  <a:lnTo>
                    <a:pt x="3527" y="597"/>
                  </a:lnTo>
                  <a:cubicBezTo>
                    <a:pt x="3664" y="463"/>
                    <a:pt x="3666" y="242"/>
                    <a:pt x="3531" y="105"/>
                  </a:cubicBezTo>
                  <a:cubicBezTo>
                    <a:pt x="3462" y="36"/>
                    <a:pt x="3372" y="1"/>
                    <a:pt x="32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3"/>
            <p:cNvSpPr/>
            <p:nvPr/>
          </p:nvSpPr>
          <p:spPr>
            <a:xfrm>
              <a:off x="7424623" y="2675796"/>
              <a:ext cx="89870" cy="88004"/>
            </a:xfrm>
            <a:custGeom>
              <a:avLst/>
              <a:gdLst/>
              <a:ahLst/>
              <a:cxnLst/>
              <a:rect l="l" t="t" r="r" b="b"/>
              <a:pathLst>
                <a:path w="2746" h="2689" extrusionOk="0">
                  <a:moveTo>
                    <a:pt x="382" y="1"/>
                  </a:moveTo>
                  <a:cubicBezTo>
                    <a:pt x="293" y="1"/>
                    <a:pt x="204" y="35"/>
                    <a:pt x="136" y="102"/>
                  </a:cubicBezTo>
                  <a:cubicBezTo>
                    <a:pt x="0" y="239"/>
                    <a:pt x="0" y="458"/>
                    <a:pt x="136" y="596"/>
                  </a:cubicBezTo>
                  <a:lnTo>
                    <a:pt x="2117" y="2585"/>
                  </a:lnTo>
                  <a:cubicBezTo>
                    <a:pt x="2183" y="2654"/>
                    <a:pt x="2273" y="2688"/>
                    <a:pt x="2363" y="2688"/>
                  </a:cubicBezTo>
                  <a:cubicBezTo>
                    <a:pt x="2451" y="2688"/>
                    <a:pt x="2539" y="2654"/>
                    <a:pt x="2608" y="2587"/>
                  </a:cubicBezTo>
                  <a:cubicBezTo>
                    <a:pt x="2745" y="2452"/>
                    <a:pt x="2745" y="2231"/>
                    <a:pt x="2610" y="2094"/>
                  </a:cubicBezTo>
                  <a:lnTo>
                    <a:pt x="629" y="104"/>
                  </a:lnTo>
                  <a:cubicBezTo>
                    <a:pt x="561" y="35"/>
                    <a:pt x="472" y="1"/>
                    <a:pt x="3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3"/>
            <p:cNvSpPr/>
            <p:nvPr/>
          </p:nvSpPr>
          <p:spPr>
            <a:xfrm>
              <a:off x="7410583" y="3015835"/>
              <a:ext cx="104204" cy="88364"/>
            </a:xfrm>
            <a:custGeom>
              <a:avLst/>
              <a:gdLst/>
              <a:ahLst/>
              <a:cxnLst/>
              <a:rect l="l" t="t" r="r" b="b"/>
              <a:pathLst>
                <a:path w="3184" h="2700" extrusionOk="0">
                  <a:moveTo>
                    <a:pt x="391" y="0"/>
                  </a:moveTo>
                  <a:cubicBezTo>
                    <a:pt x="291" y="0"/>
                    <a:pt x="192" y="43"/>
                    <a:pt x="122" y="126"/>
                  </a:cubicBezTo>
                  <a:cubicBezTo>
                    <a:pt x="0" y="274"/>
                    <a:pt x="19" y="493"/>
                    <a:pt x="167" y="617"/>
                  </a:cubicBezTo>
                  <a:lnTo>
                    <a:pt x="2569" y="2618"/>
                  </a:lnTo>
                  <a:cubicBezTo>
                    <a:pt x="2634" y="2671"/>
                    <a:pt x="2713" y="2699"/>
                    <a:pt x="2792" y="2699"/>
                  </a:cubicBezTo>
                  <a:cubicBezTo>
                    <a:pt x="2891" y="2699"/>
                    <a:pt x="2990" y="2656"/>
                    <a:pt x="3059" y="2572"/>
                  </a:cubicBezTo>
                  <a:cubicBezTo>
                    <a:pt x="3183" y="2424"/>
                    <a:pt x="3162" y="2205"/>
                    <a:pt x="3016" y="2083"/>
                  </a:cubicBezTo>
                  <a:lnTo>
                    <a:pt x="614" y="81"/>
                  </a:lnTo>
                  <a:cubicBezTo>
                    <a:pt x="549" y="27"/>
                    <a:pt x="470" y="0"/>
                    <a:pt x="3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3"/>
            <p:cNvSpPr/>
            <p:nvPr/>
          </p:nvSpPr>
          <p:spPr>
            <a:xfrm>
              <a:off x="6474806" y="2830925"/>
              <a:ext cx="1631760" cy="717060"/>
            </a:xfrm>
            <a:custGeom>
              <a:avLst/>
              <a:gdLst/>
              <a:ahLst/>
              <a:cxnLst/>
              <a:rect l="l" t="t" r="r" b="b"/>
              <a:pathLst>
                <a:path w="49859" h="21910" extrusionOk="0">
                  <a:moveTo>
                    <a:pt x="0" y="0"/>
                  </a:moveTo>
                  <a:lnTo>
                    <a:pt x="0" y="21212"/>
                  </a:lnTo>
                  <a:lnTo>
                    <a:pt x="39941" y="21124"/>
                  </a:lnTo>
                  <a:cubicBezTo>
                    <a:pt x="40293" y="21724"/>
                    <a:pt x="40760" y="21909"/>
                    <a:pt x="41311" y="21909"/>
                  </a:cubicBezTo>
                  <a:cubicBezTo>
                    <a:pt x="42206" y="21909"/>
                    <a:pt x="43322" y="21420"/>
                    <a:pt x="44534" y="21420"/>
                  </a:cubicBezTo>
                  <a:cubicBezTo>
                    <a:pt x="47476" y="21420"/>
                    <a:pt x="49859" y="21371"/>
                    <a:pt x="49859" y="18430"/>
                  </a:cubicBezTo>
                  <a:cubicBezTo>
                    <a:pt x="49859" y="15966"/>
                    <a:pt x="48185" y="13893"/>
                    <a:pt x="45909" y="13286"/>
                  </a:cubicBezTo>
                  <a:cubicBezTo>
                    <a:pt x="45982" y="10704"/>
                    <a:pt x="45212" y="8265"/>
                    <a:pt x="43443" y="7102"/>
                  </a:cubicBezTo>
                  <a:cubicBezTo>
                    <a:pt x="42422" y="6430"/>
                    <a:pt x="41243" y="6116"/>
                    <a:pt x="40072" y="6116"/>
                  </a:cubicBezTo>
                  <a:cubicBezTo>
                    <a:pt x="36854" y="6116"/>
                    <a:pt x="33701" y="8486"/>
                    <a:pt x="34077" y="12290"/>
                  </a:cubicBezTo>
                  <a:cubicBezTo>
                    <a:pt x="33438" y="12189"/>
                    <a:pt x="32857" y="12144"/>
                    <a:pt x="32329" y="12144"/>
                  </a:cubicBezTo>
                  <a:cubicBezTo>
                    <a:pt x="27350" y="12144"/>
                    <a:pt x="27108" y="16185"/>
                    <a:pt x="27108" y="16185"/>
                  </a:cubicBezTo>
                  <a:cubicBezTo>
                    <a:pt x="27108" y="16185"/>
                    <a:pt x="26020" y="14230"/>
                    <a:pt x="23507" y="14230"/>
                  </a:cubicBezTo>
                  <a:cubicBezTo>
                    <a:pt x="22602" y="14230"/>
                    <a:pt x="21511" y="14484"/>
                    <a:pt x="20220" y="15174"/>
                  </a:cubicBezTo>
                  <a:cubicBezTo>
                    <a:pt x="20414" y="10821"/>
                    <a:pt x="17502" y="7802"/>
                    <a:pt x="14123" y="7802"/>
                  </a:cubicBezTo>
                  <a:cubicBezTo>
                    <a:pt x="13052" y="7802"/>
                    <a:pt x="11934" y="8105"/>
                    <a:pt x="10854" y="8765"/>
                  </a:cubicBezTo>
                  <a:cubicBezTo>
                    <a:pt x="8287" y="730"/>
                    <a:pt x="0" y="0"/>
                    <a:pt x="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3"/>
            <p:cNvSpPr/>
            <p:nvPr/>
          </p:nvSpPr>
          <p:spPr>
            <a:xfrm>
              <a:off x="7602039" y="3250949"/>
              <a:ext cx="385530" cy="319944"/>
            </a:xfrm>
            <a:custGeom>
              <a:avLst/>
              <a:gdLst/>
              <a:ahLst/>
              <a:cxnLst/>
              <a:rect l="l" t="t" r="r" b="b"/>
              <a:pathLst>
                <a:path w="11780" h="9776" extrusionOk="0">
                  <a:moveTo>
                    <a:pt x="5890" y="1"/>
                  </a:moveTo>
                  <a:cubicBezTo>
                    <a:pt x="2637" y="1"/>
                    <a:pt x="1" y="2639"/>
                    <a:pt x="1" y="5890"/>
                  </a:cubicBezTo>
                  <a:cubicBezTo>
                    <a:pt x="1" y="9144"/>
                    <a:pt x="2637" y="9775"/>
                    <a:pt x="5890" y="9775"/>
                  </a:cubicBezTo>
                  <a:cubicBezTo>
                    <a:pt x="9142" y="9775"/>
                    <a:pt x="11780" y="9144"/>
                    <a:pt x="11780" y="5890"/>
                  </a:cubicBezTo>
                  <a:cubicBezTo>
                    <a:pt x="11780" y="2639"/>
                    <a:pt x="9142" y="1"/>
                    <a:pt x="58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3"/>
            <p:cNvSpPr/>
            <p:nvPr/>
          </p:nvSpPr>
          <p:spPr>
            <a:xfrm>
              <a:off x="7416245" y="3333128"/>
              <a:ext cx="238813" cy="169627"/>
            </a:xfrm>
            <a:custGeom>
              <a:avLst/>
              <a:gdLst/>
              <a:ahLst/>
              <a:cxnLst/>
              <a:rect l="l" t="t" r="r" b="b"/>
              <a:pathLst>
                <a:path w="7297" h="5183" extrusionOk="0">
                  <a:moveTo>
                    <a:pt x="2166" y="0"/>
                  </a:moveTo>
                  <a:cubicBezTo>
                    <a:pt x="2097" y="0"/>
                    <a:pt x="2025" y="16"/>
                    <a:pt x="1950" y="50"/>
                  </a:cubicBezTo>
                  <a:cubicBezTo>
                    <a:pt x="898" y="533"/>
                    <a:pt x="2497" y="3235"/>
                    <a:pt x="2497" y="3235"/>
                  </a:cubicBezTo>
                  <a:cubicBezTo>
                    <a:pt x="2497" y="3235"/>
                    <a:pt x="1386" y="2151"/>
                    <a:pt x="754" y="2151"/>
                  </a:cubicBezTo>
                  <a:cubicBezTo>
                    <a:pt x="619" y="2151"/>
                    <a:pt x="506" y="2200"/>
                    <a:pt x="430" y="2321"/>
                  </a:cubicBezTo>
                  <a:cubicBezTo>
                    <a:pt x="1" y="3008"/>
                    <a:pt x="2225" y="4976"/>
                    <a:pt x="2225" y="4976"/>
                  </a:cubicBezTo>
                  <a:lnTo>
                    <a:pt x="5461" y="5182"/>
                  </a:lnTo>
                  <a:cubicBezTo>
                    <a:pt x="5461" y="5182"/>
                    <a:pt x="7296" y="1986"/>
                    <a:pt x="6476" y="1688"/>
                  </a:cubicBezTo>
                  <a:cubicBezTo>
                    <a:pt x="6421" y="1668"/>
                    <a:pt x="6365" y="1658"/>
                    <a:pt x="6309" y="1658"/>
                  </a:cubicBezTo>
                  <a:cubicBezTo>
                    <a:pt x="5539" y="1658"/>
                    <a:pt x="4759" y="3442"/>
                    <a:pt x="4759" y="3442"/>
                  </a:cubicBezTo>
                  <a:cubicBezTo>
                    <a:pt x="4759" y="3442"/>
                    <a:pt x="5579" y="544"/>
                    <a:pt x="4721" y="351"/>
                  </a:cubicBezTo>
                  <a:cubicBezTo>
                    <a:pt x="4689" y="344"/>
                    <a:pt x="4659" y="340"/>
                    <a:pt x="4629" y="340"/>
                  </a:cubicBezTo>
                  <a:cubicBezTo>
                    <a:pt x="3840" y="340"/>
                    <a:pt x="3551" y="2729"/>
                    <a:pt x="3551" y="2729"/>
                  </a:cubicBezTo>
                  <a:cubicBezTo>
                    <a:pt x="3551" y="2729"/>
                    <a:pt x="3079" y="0"/>
                    <a:pt x="21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3"/>
            <p:cNvSpPr/>
            <p:nvPr/>
          </p:nvSpPr>
          <p:spPr>
            <a:xfrm>
              <a:off x="6474806" y="3166872"/>
              <a:ext cx="388803" cy="335882"/>
            </a:xfrm>
            <a:custGeom>
              <a:avLst/>
              <a:gdLst/>
              <a:ahLst/>
              <a:cxnLst/>
              <a:rect l="l" t="t" r="r" b="b"/>
              <a:pathLst>
                <a:path w="11880" h="10263" extrusionOk="0">
                  <a:moveTo>
                    <a:pt x="1470" y="0"/>
                  </a:moveTo>
                  <a:cubicBezTo>
                    <a:pt x="574" y="0"/>
                    <a:pt x="0" y="91"/>
                    <a:pt x="0" y="91"/>
                  </a:cubicBezTo>
                  <a:lnTo>
                    <a:pt x="0" y="10262"/>
                  </a:lnTo>
                  <a:lnTo>
                    <a:pt x="11880" y="10262"/>
                  </a:lnTo>
                  <a:cubicBezTo>
                    <a:pt x="11284" y="1047"/>
                    <a:pt x="4515" y="0"/>
                    <a:pt x="14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3"/>
            <p:cNvSpPr/>
            <p:nvPr/>
          </p:nvSpPr>
          <p:spPr>
            <a:xfrm>
              <a:off x="6487144" y="3307797"/>
              <a:ext cx="221238" cy="194958"/>
            </a:xfrm>
            <a:custGeom>
              <a:avLst/>
              <a:gdLst/>
              <a:ahLst/>
              <a:cxnLst/>
              <a:rect l="l" t="t" r="r" b="b"/>
              <a:pathLst>
                <a:path w="6760" h="5957" extrusionOk="0">
                  <a:moveTo>
                    <a:pt x="1461" y="0"/>
                  </a:moveTo>
                  <a:cubicBezTo>
                    <a:pt x="1458" y="0"/>
                    <a:pt x="1455" y="0"/>
                    <a:pt x="1452" y="0"/>
                  </a:cubicBezTo>
                  <a:cubicBezTo>
                    <a:pt x="284" y="22"/>
                    <a:pt x="1" y="5463"/>
                    <a:pt x="1" y="5463"/>
                  </a:cubicBezTo>
                  <a:lnTo>
                    <a:pt x="3428" y="5956"/>
                  </a:lnTo>
                  <a:cubicBezTo>
                    <a:pt x="3428" y="5956"/>
                    <a:pt x="6760" y="3494"/>
                    <a:pt x="5968" y="2657"/>
                  </a:cubicBezTo>
                  <a:cubicBezTo>
                    <a:pt x="5862" y="2546"/>
                    <a:pt x="5729" y="2498"/>
                    <a:pt x="5578" y="2498"/>
                  </a:cubicBezTo>
                  <a:cubicBezTo>
                    <a:pt x="4716" y="2498"/>
                    <a:pt x="3289" y="4050"/>
                    <a:pt x="3289" y="4050"/>
                  </a:cubicBezTo>
                  <a:cubicBezTo>
                    <a:pt x="3289" y="4050"/>
                    <a:pt x="5150" y="809"/>
                    <a:pt x="4139" y="421"/>
                  </a:cubicBezTo>
                  <a:cubicBezTo>
                    <a:pt x="4080" y="398"/>
                    <a:pt x="4022" y="388"/>
                    <a:pt x="3963" y="388"/>
                  </a:cubicBezTo>
                  <a:cubicBezTo>
                    <a:pt x="2943" y="388"/>
                    <a:pt x="2057" y="3696"/>
                    <a:pt x="2057" y="3696"/>
                  </a:cubicBezTo>
                  <a:cubicBezTo>
                    <a:pt x="2057" y="3696"/>
                    <a:pt x="2619"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3"/>
            <p:cNvSpPr/>
            <p:nvPr/>
          </p:nvSpPr>
          <p:spPr>
            <a:xfrm>
              <a:off x="7596770" y="2614563"/>
              <a:ext cx="103943" cy="103910"/>
            </a:xfrm>
            <a:custGeom>
              <a:avLst/>
              <a:gdLst/>
              <a:ahLst/>
              <a:cxnLst/>
              <a:rect l="l" t="t" r="r" b="b"/>
              <a:pathLst>
                <a:path w="3176" h="3175" extrusionOk="0">
                  <a:moveTo>
                    <a:pt x="1589" y="0"/>
                  </a:moveTo>
                  <a:cubicBezTo>
                    <a:pt x="711" y="0"/>
                    <a:pt x="1" y="711"/>
                    <a:pt x="1" y="1589"/>
                  </a:cubicBezTo>
                  <a:cubicBezTo>
                    <a:pt x="1" y="2464"/>
                    <a:pt x="711" y="3175"/>
                    <a:pt x="1589" y="3175"/>
                  </a:cubicBezTo>
                  <a:cubicBezTo>
                    <a:pt x="2465" y="3175"/>
                    <a:pt x="3175" y="2464"/>
                    <a:pt x="3175" y="1589"/>
                  </a:cubicBezTo>
                  <a:cubicBezTo>
                    <a:pt x="3175" y="711"/>
                    <a:pt x="2465" y="0"/>
                    <a:pt x="158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3"/>
            <p:cNvSpPr/>
            <p:nvPr/>
          </p:nvSpPr>
          <p:spPr>
            <a:xfrm>
              <a:off x="7632312" y="2518344"/>
              <a:ext cx="40288" cy="40255"/>
            </a:xfrm>
            <a:custGeom>
              <a:avLst/>
              <a:gdLst/>
              <a:ahLst/>
              <a:cxnLst/>
              <a:rect l="l" t="t" r="r" b="b"/>
              <a:pathLst>
                <a:path w="1231" h="1230" extrusionOk="0">
                  <a:moveTo>
                    <a:pt x="617" y="0"/>
                  </a:moveTo>
                  <a:cubicBezTo>
                    <a:pt x="278" y="0"/>
                    <a:pt x="1" y="277"/>
                    <a:pt x="1" y="616"/>
                  </a:cubicBezTo>
                  <a:cubicBezTo>
                    <a:pt x="1" y="955"/>
                    <a:pt x="278" y="1230"/>
                    <a:pt x="617" y="1230"/>
                  </a:cubicBezTo>
                  <a:cubicBezTo>
                    <a:pt x="956" y="1230"/>
                    <a:pt x="1231" y="955"/>
                    <a:pt x="1231" y="616"/>
                  </a:cubicBezTo>
                  <a:cubicBezTo>
                    <a:pt x="1231" y="277"/>
                    <a:pt x="956" y="0"/>
                    <a:pt x="6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3"/>
            <p:cNvSpPr/>
            <p:nvPr/>
          </p:nvSpPr>
          <p:spPr>
            <a:xfrm>
              <a:off x="7315968" y="2752379"/>
              <a:ext cx="86270" cy="86204"/>
            </a:xfrm>
            <a:custGeom>
              <a:avLst/>
              <a:gdLst/>
              <a:ahLst/>
              <a:cxnLst/>
              <a:rect l="l" t="t" r="r" b="b"/>
              <a:pathLst>
                <a:path w="2636" h="2634" extrusionOk="0">
                  <a:moveTo>
                    <a:pt x="1318" y="0"/>
                  </a:moveTo>
                  <a:cubicBezTo>
                    <a:pt x="590" y="0"/>
                    <a:pt x="0" y="591"/>
                    <a:pt x="0" y="1318"/>
                  </a:cubicBezTo>
                  <a:cubicBezTo>
                    <a:pt x="0" y="2044"/>
                    <a:pt x="590" y="2634"/>
                    <a:pt x="1318" y="2634"/>
                  </a:cubicBezTo>
                  <a:cubicBezTo>
                    <a:pt x="2045" y="2634"/>
                    <a:pt x="2636" y="2044"/>
                    <a:pt x="2636" y="1318"/>
                  </a:cubicBezTo>
                  <a:cubicBezTo>
                    <a:pt x="2636" y="591"/>
                    <a:pt x="2045" y="0"/>
                    <a:pt x="13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3"/>
            <p:cNvSpPr/>
            <p:nvPr/>
          </p:nvSpPr>
          <p:spPr>
            <a:xfrm>
              <a:off x="6981591" y="2707084"/>
              <a:ext cx="45328" cy="45328"/>
            </a:xfrm>
            <a:custGeom>
              <a:avLst/>
              <a:gdLst/>
              <a:ahLst/>
              <a:cxnLst/>
              <a:rect l="l" t="t" r="r" b="b"/>
              <a:pathLst>
                <a:path w="1385" h="1385" extrusionOk="0">
                  <a:moveTo>
                    <a:pt x="692" y="0"/>
                  </a:moveTo>
                  <a:cubicBezTo>
                    <a:pt x="310" y="0"/>
                    <a:pt x="1" y="309"/>
                    <a:pt x="1" y="691"/>
                  </a:cubicBezTo>
                  <a:cubicBezTo>
                    <a:pt x="1" y="1073"/>
                    <a:pt x="310" y="1384"/>
                    <a:pt x="692" y="1384"/>
                  </a:cubicBezTo>
                  <a:cubicBezTo>
                    <a:pt x="1074" y="1384"/>
                    <a:pt x="1385" y="1073"/>
                    <a:pt x="1385" y="691"/>
                  </a:cubicBezTo>
                  <a:cubicBezTo>
                    <a:pt x="1385" y="309"/>
                    <a:pt x="1074" y="0"/>
                    <a:pt x="6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3"/>
            <p:cNvSpPr/>
            <p:nvPr/>
          </p:nvSpPr>
          <p:spPr>
            <a:xfrm>
              <a:off x="6762382" y="2585403"/>
              <a:ext cx="92161" cy="92259"/>
            </a:xfrm>
            <a:custGeom>
              <a:avLst/>
              <a:gdLst/>
              <a:ahLst/>
              <a:cxnLst/>
              <a:rect l="l" t="t" r="r" b="b"/>
              <a:pathLst>
                <a:path w="2816" h="2819" extrusionOk="0">
                  <a:moveTo>
                    <a:pt x="1408" y="1"/>
                  </a:moveTo>
                  <a:cubicBezTo>
                    <a:pt x="629" y="1"/>
                    <a:pt x="0" y="632"/>
                    <a:pt x="0" y="1409"/>
                  </a:cubicBezTo>
                  <a:cubicBezTo>
                    <a:pt x="0" y="2188"/>
                    <a:pt x="629" y="2819"/>
                    <a:pt x="1408" y="2819"/>
                  </a:cubicBezTo>
                  <a:cubicBezTo>
                    <a:pt x="2185" y="2819"/>
                    <a:pt x="2816" y="2188"/>
                    <a:pt x="2816" y="1409"/>
                  </a:cubicBezTo>
                  <a:cubicBezTo>
                    <a:pt x="2816" y="632"/>
                    <a:pt x="2185" y="1"/>
                    <a:pt x="140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3"/>
            <p:cNvSpPr/>
            <p:nvPr/>
          </p:nvSpPr>
          <p:spPr>
            <a:xfrm>
              <a:off x="6909885" y="3353026"/>
              <a:ext cx="185532" cy="185532"/>
            </a:xfrm>
            <a:custGeom>
              <a:avLst/>
              <a:gdLst/>
              <a:ahLst/>
              <a:cxnLst/>
              <a:rect l="l" t="t" r="r" b="b"/>
              <a:pathLst>
                <a:path w="5669" h="5669" extrusionOk="0">
                  <a:moveTo>
                    <a:pt x="2836" y="0"/>
                  </a:moveTo>
                  <a:cubicBezTo>
                    <a:pt x="1269" y="0"/>
                    <a:pt x="0" y="1269"/>
                    <a:pt x="0" y="2834"/>
                  </a:cubicBezTo>
                  <a:cubicBezTo>
                    <a:pt x="0" y="4400"/>
                    <a:pt x="1269" y="5669"/>
                    <a:pt x="2836" y="5669"/>
                  </a:cubicBezTo>
                  <a:cubicBezTo>
                    <a:pt x="4400" y="5669"/>
                    <a:pt x="5669" y="4400"/>
                    <a:pt x="5669" y="2834"/>
                  </a:cubicBezTo>
                  <a:cubicBezTo>
                    <a:pt x="5669" y="1269"/>
                    <a:pt x="4400" y="0"/>
                    <a:pt x="28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3"/>
            <p:cNvSpPr/>
            <p:nvPr/>
          </p:nvSpPr>
          <p:spPr>
            <a:xfrm>
              <a:off x="6863576" y="3311659"/>
              <a:ext cx="46342" cy="46309"/>
            </a:xfrm>
            <a:custGeom>
              <a:avLst/>
              <a:gdLst/>
              <a:ahLst/>
              <a:cxnLst/>
              <a:rect l="l" t="t" r="r" b="b"/>
              <a:pathLst>
                <a:path w="1416" h="1415" extrusionOk="0">
                  <a:moveTo>
                    <a:pt x="709" y="0"/>
                  </a:moveTo>
                  <a:cubicBezTo>
                    <a:pt x="316" y="0"/>
                    <a:pt x="1" y="316"/>
                    <a:pt x="1" y="709"/>
                  </a:cubicBezTo>
                  <a:cubicBezTo>
                    <a:pt x="1" y="1099"/>
                    <a:pt x="316" y="1415"/>
                    <a:pt x="709" y="1415"/>
                  </a:cubicBezTo>
                  <a:cubicBezTo>
                    <a:pt x="1100" y="1415"/>
                    <a:pt x="1415" y="1099"/>
                    <a:pt x="1415" y="709"/>
                  </a:cubicBezTo>
                  <a:cubicBezTo>
                    <a:pt x="1415" y="316"/>
                    <a:pt x="1100" y="0"/>
                    <a:pt x="7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3"/>
            <p:cNvSpPr/>
            <p:nvPr/>
          </p:nvSpPr>
          <p:spPr>
            <a:xfrm>
              <a:off x="7869750" y="3168509"/>
              <a:ext cx="46309" cy="46309"/>
            </a:xfrm>
            <a:custGeom>
              <a:avLst/>
              <a:gdLst/>
              <a:ahLst/>
              <a:cxnLst/>
              <a:rect l="l" t="t" r="r" b="b"/>
              <a:pathLst>
                <a:path w="1415" h="1415" extrusionOk="0">
                  <a:moveTo>
                    <a:pt x="707" y="0"/>
                  </a:moveTo>
                  <a:cubicBezTo>
                    <a:pt x="316" y="0"/>
                    <a:pt x="0" y="318"/>
                    <a:pt x="0" y="708"/>
                  </a:cubicBezTo>
                  <a:cubicBezTo>
                    <a:pt x="0" y="1099"/>
                    <a:pt x="316" y="1415"/>
                    <a:pt x="707" y="1415"/>
                  </a:cubicBezTo>
                  <a:cubicBezTo>
                    <a:pt x="1097" y="1415"/>
                    <a:pt x="1415" y="1099"/>
                    <a:pt x="1415" y="708"/>
                  </a:cubicBezTo>
                  <a:cubicBezTo>
                    <a:pt x="1415" y="318"/>
                    <a:pt x="1097" y="0"/>
                    <a:pt x="7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3"/>
            <p:cNvSpPr/>
            <p:nvPr/>
          </p:nvSpPr>
          <p:spPr>
            <a:xfrm>
              <a:off x="6937704" y="3248495"/>
              <a:ext cx="68302" cy="68302"/>
            </a:xfrm>
            <a:custGeom>
              <a:avLst/>
              <a:gdLst/>
              <a:ahLst/>
              <a:cxnLst/>
              <a:rect l="l" t="t" r="r" b="b"/>
              <a:pathLst>
                <a:path w="2087" h="2087" extrusionOk="0">
                  <a:moveTo>
                    <a:pt x="1043" y="1"/>
                  </a:moveTo>
                  <a:cubicBezTo>
                    <a:pt x="466" y="1"/>
                    <a:pt x="0" y="469"/>
                    <a:pt x="0" y="1044"/>
                  </a:cubicBezTo>
                  <a:cubicBezTo>
                    <a:pt x="0" y="1621"/>
                    <a:pt x="466" y="2087"/>
                    <a:pt x="1043" y="2087"/>
                  </a:cubicBezTo>
                  <a:cubicBezTo>
                    <a:pt x="1618" y="2087"/>
                    <a:pt x="2086" y="1621"/>
                    <a:pt x="2086" y="1044"/>
                  </a:cubicBezTo>
                  <a:cubicBezTo>
                    <a:pt x="2086" y="469"/>
                    <a:pt x="1618" y="1"/>
                    <a:pt x="1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3"/>
            <p:cNvSpPr/>
            <p:nvPr/>
          </p:nvSpPr>
          <p:spPr>
            <a:xfrm>
              <a:off x="6537806" y="3027224"/>
              <a:ext cx="97168" cy="97201"/>
            </a:xfrm>
            <a:custGeom>
              <a:avLst/>
              <a:gdLst/>
              <a:ahLst/>
              <a:cxnLst/>
              <a:rect l="l" t="t" r="r" b="b"/>
              <a:pathLst>
                <a:path w="2969" h="2970" extrusionOk="0">
                  <a:moveTo>
                    <a:pt x="1486" y="1"/>
                  </a:moveTo>
                  <a:cubicBezTo>
                    <a:pt x="666" y="1"/>
                    <a:pt x="0" y="666"/>
                    <a:pt x="0" y="1484"/>
                  </a:cubicBezTo>
                  <a:cubicBezTo>
                    <a:pt x="0" y="2304"/>
                    <a:pt x="666" y="2969"/>
                    <a:pt x="1486" y="2969"/>
                  </a:cubicBezTo>
                  <a:cubicBezTo>
                    <a:pt x="2303" y="2969"/>
                    <a:pt x="2969" y="2304"/>
                    <a:pt x="2969" y="1484"/>
                  </a:cubicBezTo>
                  <a:cubicBezTo>
                    <a:pt x="2969" y="666"/>
                    <a:pt x="2303" y="1"/>
                    <a:pt x="14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3"/>
            <p:cNvSpPr/>
            <p:nvPr/>
          </p:nvSpPr>
          <p:spPr>
            <a:xfrm>
              <a:off x="6920728" y="1705230"/>
              <a:ext cx="526651" cy="216362"/>
            </a:xfrm>
            <a:custGeom>
              <a:avLst/>
              <a:gdLst/>
              <a:ahLst/>
              <a:cxnLst/>
              <a:rect l="l" t="t" r="r" b="b"/>
              <a:pathLst>
                <a:path w="16092" h="6611" extrusionOk="0">
                  <a:moveTo>
                    <a:pt x="7528" y="1"/>
                  </a:moveTo>
                  <a:cubicBezTo>
                    <a:pt x="5683" y="1"/>
                    <a:pt x="3866" y="1328"/>
                    <a:pt x="3563" y="4172"/>
                  </a:cubicBezTo>
                  <a:cubicBezTo>
                    <a:pt x="3325" y="4117"/>
                    <a:pt x="3100" y="4091"/>
                    <a:pt x="2889" y="4091"/>
                  </a:cubicBezTo>
                  <a:cubicBezTo>
                    <a:pt x="777" y="4091"/>
                    <a:pt x="0" y="6610"/>
                    <a:pt x="0" y="6610"/>
                  </a:cubicBezTo>
                  <a:lnTo>
                    <a:pt x="16091" y="6610"/>
                  </a:lnTo>
                  <a:cubicBezTo>
                    <a:pt x="16091" y="6610"/>
                    <a:pt x="15302" y="3686"/>
                    <a:pt x="12799" y="3686"/>
                  </a:cubicBezTo>
                  <a:cubicBezTo>
                    <a:pt x="12457" y="3686"/>
                    <a:pt x="12083" y="3741"/>
                    <a:pt x="11674" y="3865"/>
                  </a:cubicBezTo>
                  <a:cubicBezTo>
                    <a:pt x="11284" y="1354"/>
                    <a:pt x="9392" y="1"/>
                    <a:pt x="752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3"/>
            <p:cNvSpPr/>
            <p:nvPr/>
          </p:nvSpPr>
          <p:spPr>
            <a:xfrm>
              <a:off x="7547002" y="1536454"/>
              <a:ext cx="652325" cy="199474"/>
            </a:xfrm>
            <a:custGeom>
              <a:avLst/>
              <a:gdLst/>
              <a:ahLst/>
              <a:cxnLst/>
              <a:rect l="l" t="t" r="r" b="b"/>
              <a:pathLst>
                <a:path w="19932" h="6095" extrusionOk="0">
                  <a:moveTo>
                    <a:pt x="9703" y="0"/>
                  </a:moveTo>
                  <a:cubicBezTo>
                    <a:pt x="8185" y="0"/>
                    <a:pt x="6534" y="604"/>
                    <a:pt x="5073" y="2059"/>
                  </a:cubicBezTo>
                  <a:cubicBezTo>
                    <a:pt x="4625" y="1898"/>
                    <a:pt x="4201" y="1826"/>
                    <a:pt x="3805" y="1826"/>
                  </a:cubicBezTo>
                  <a:cubicBezTo>
                    <a:pt x="1352" y="1826"/>
                    <a:pt x="0" y="4605"/>
                    <a:pt x="1023" y="6094"/>
                  </a:cubicBezTo>
                  <a:lnTo>
                    <a:pt x="19931" y="6094"/>
                  </a:lnTo>
                  <a:cubicBezTo>
                    <a:pt x="19931" y="6094"/>
                    <a:pt x="18781" y="4082"/>
                    <a:pt x="16252" y="4082"/>
                  </a:cubicBezTo>
                  <a:cubicBezTo>
                    <a:pt x="15796" y="4082"/>
                    <a:pt x="15294" y="4147"/>
                    <a:pt x="14746" y="4302"/>
                  </a:cubicBezTo>
                  <a:cubicBezTo>
                    <a:pt x="14669" y="1896"/>
                    <a:pt x="12393" y="0"/>
                    <a:pt x="97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3"/>
            <p:cNvSpPr/>
            <p:nvPr/>
          </p:nvSpPr>
          <p:spPr>
            <a:xfrm>
              <a:off x="7040773" y="1152789"/>
              <a:ext cx="797242" cy="243722"/>
            </a:xfrm>
            <a:custGeom>
              <a:avLst/>
              <a:gdLst/>
              <a:ahLst/>
              <a:cxnLst/>
              <a:rect l="l" t="t" r="r" b="b"/>
              <a:pathLst>
                <a:path w="24360" h="7447" extrusionOk="0">
                  <a:moveTo>
                    <a:pt x="12501" y="0"/>
                  </a:moveTo>
                  <a:cubicBezTo>
                    <a:pt x="9213" y="0"/>
                    <a:pt x="6432" y="2316"/>
                    <a:pt x="6339" y="5257"/>
                  </a:cubicBezTo>
                  <a:cubicBezTo>
                    <a:pt x="5669" y="5068"/>
                    <a:pt x="5056" y="4988"/>
                    <a:pt x="4499" y="4988"/>
                  </a:cubicBezTo>
                  <a:cubicBezTo>
                    <a:pt x="1407" y="4988"/>
                    <a:pt x="1" y="7447"/>
                    <a:pt x="1" y="7447"/>
                  </a:cubicBezTo>
                  <a:lnTo>
                    <a:pt x="23112" y="7447"/>
                  </a:lnTo>
                  <a:cubicBezTo>
                    <a:pt x="24359" y="5628"/>
                    <a:pt x="22707" y="2231"/>
                    <a:pt x="19709" y="2231"/>
                  </a:cubicBezTo>
                  <a:cubicBezTo>
                    <a:pt x="19226" y="2231"/>
                    <a:pt x="18707" y="2319"/>
                    <a:pt x="18160" y="2517"/>
                  </a:cubicBezTo>
                  <a:cubicBezTo>
                    <a:pt x="16374" y="738"/>
                    <a:pt x="14357" y="0"/>
                    <a:pt x="125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3"/>
            <p:cNvSpPr/>
            <p:nvPr/>
          </p:nvSpPr>
          <p:spPr>
            <a:xfrm>
              <a:off x="7718451" y="2193753"/>
              <a:ext cx="114874" cy="55735"/>
            </a:xfrm>
            <a:custGeom>
              <a:avLst/>
              <a:gdLst/>
              <a:ahLst/>
              <a:cxnLst/>
              <a:rect l="l" t="t" r="r" b="b"/>
              <a:pathLst>
                <a:path w="3510" h="1703" extrusionOk="0">
                  <a:moveTo>
                    <a:pt x="264" y="1"/>
                  </a:moveTo>
                  <a:cubicBezTo>
                    <a:pt x="171" y="1"/>
                    <a:pt x="84" y="56"/>
                    <a:pt x="48" y="146"/>
                  </a:cubicBezTo>
                  <a:cubicBezTo>
                    <a:pt x="0" y="266"/>
                    <a:pt x="58" y="401"/>
                    <a:pt x="178" y="449"/>
                  </a:cubicBezTo>
                  <a:cubicBezTo>
                    <a:pt x="187" y="453"/>
                    <a:pt x="1134" y="837"/>
                    <a:pt x="1181" y="1487"/>
                  </a:cubicBezTo>
                  <a:cubicBezTo>
                    <a:pt x="1187" y="1582"/>
                    <a:pt x="1252" y="1663"/>
                    <a:pt x="1342" y="1691"/>
                  </a:cubicBezTo>
                  <a:cubicBezTo>
                    <a:pt x="1365" y="1698"/>
                    <a:pt x="1389" y="1702"/>
                    <a:pt x="1413" y="1702"/>
                  </a:cubicBezTo>
                  <a:cubicBezTo>
                    <a:pt x="1481" y="1702"/>
                    <a:pt x="1548" y="1672"/>
                    <a:pt x="1593" y="1616"/>
                  </a:cubicBezTo>
                  <a:cubicBezTo>
                    <a:pt x="1862" y="1282"/>
                    <a:pt x="2301" y="1204"/>
                    <a:pt x="2652" y="1204"/>
                  </a:cubicBezTo>
                  <a:cubicBezTo>
                    <a:pt x="2955" y="1204"/>
                    <a:pt x="3191" y="1262"/>
                    <a:pt x="3196" y="1264"/>
                  </a:cubicBezTo>
                  <a:cubicBezTo>
                    <a:pt x="3215" y="1269"/>
                    <a:pt x="3233" y="1271"/>
                    <a:pt x="3252" y="1271"/>
                  </a:cubicBezTo>
                  <a:cubicBezTo>
                    <a:pt x="3356" y="1271"/>
                    <a:pt x="3452" y="1201"/>
                    <a:pt x="3479" y="1095"/>
                  </a:cubicBezTo>
                  <a:cubicBezTo>
                    <a:pt x="3510" y="972"/>
                    <a:pt x="3434" y="846"/>
                    <a:pt x="3312" y="813"/>
                  </a:cubicBezTo>
                  <a:cubicBezTo>
                    <a:pt x="3287" y="807"/>
                    <a:pt x="3012" y="739"/>
                    <a:pt x="2653" y="739"/>
                  </a:cubicBezTo>
                  <a:cubicBezTo>
                    <a:pt x="2309" y="739"/>
                    <a:pt x="1888" y="801"/>
                    <a:pt x="1537" y="1041"/>
                  </a:cubicBezTo>
                  <a:cubicBezTo>
                    <a:pt x="1232" y="373"/>
                    <a:pt x="391" y="32"/>
                    <a:pt x="350" y="17"/>
                  </a:cubicBezTo>
                  <a:cubicBezTo>
                    <a:pt x="322" y="6"/>
                    <a:pt x="292" y="1"/>
                    <a:pt x="2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3"/>
            <p:cNvSpPr/>
            <p:nvPr/>
          </p:nvSpPr>
          <p:spPr>
            <a:xfrm>
              <a:off x="7844681" y="2065101"/>
              <a:ext cx="88037" cy="37080"/>
            </a:xfrm>
            <a:custGeom>
              <a:avLst/>
              <a:gdLst/>
              <a:ahLst/>
              <a:cxnLst/>
              <a:rect l="l" t="t" r="r" b="b"/>
              <a:pathLst>
                <a:path w="2690" h="1133" extrusionOk="0">
                  <a:moveTo>
                    <a:pt x="245" y="1"/>
                  </a:moveTo>
                  <a:cubicBezTo>
                    <a:pt x="134" y="1"/>
                    <a:pt x="35" y="86"/>
                    <a:pt x="17" y="201"/>
                  </a:cubicBezTo>
                  <a:cubicBezTo>
                    <a:pt x="0" y="327"/>
                    <a:pt x="88" y="445"/>
                    <a:pt x="215" y="463"/>
                  </a:cubicBezTo>
                  <a:cubicBezTo>
                    <a:pt x="221" y="465"/>
                    <a:pt x="902" y="572"/>
                    <a:pt x="1028" y="971"/>
                  </a:cubicBezTo>
                  <a:cubicBezTo>
                    <a:pt x="1056" y="1061"/>
                    <a:pt x="1138" y="1126"/>
                    <a:pt x="1232" y="1132"/>
                  </a:cubicBezTo>
                  <a:lnTo>
                    <a:pt x="1249" y="1132"/>
                  </a:lnTo>
                  <a:cubicBezTo>
                    <a:pt x="1337" y="1132"/>
                    <a:pt x="1419" y="1083"/>
                    <a:pt x="1458" y="1001"/>
                  </a:cubicBezTo>
                  <a:cubicBezTo>
                    <a:pt x="1685" y="525"/>
                    <a:pt x="2447" y="529"/>
                    <a:pt x="2451" y="527"/>
                  </a:cubicBezTo>
                  <a:cubicBezTo>
                    <a:pt x="2456" y="527"/>
                    <a:pt x="2460" y="527"/>
                    <a:pt x="2465" y="527"/>
                  </a:cubicBezTo>
                  <a:cubicBezTo>
                    <a:pt x="2584" y="527"/>
                    <a:pt x="2685" y="421"/>
                    <a:pt x="2687" y="299"/>
                  </a:cubicBezTo>
                  <a:cubicBezTo>
                    <a:pt x="2690" y="171"/>
                    <a:pt x="2587" y="66"/>
                    <a:pt x="2458" y="63"/>
                  </a:cubicBezTo>
                  <a:cubicBezTo>
                    <a:pt x="2457" y="63"/>
                    <a:pt x="2455" y="63"/>
                    <a:pt x="2453" y="63"/>
                  </a:cubicBezTo>
                  <a:cubicBezTo>
                    <a:pt x="2380" y="63"/>
                    <a:pt x="1698" y="69"/>
                    <a:pt x="1269" y="484"/>
                  </a:cubicBezTo>
                  <a:cubicBezTo>
                    <a:pt x="917" y="100"/>
                    <a:pt x="311" y="8"/>
                    <a:pt x="279" y="3"/>
                  </a:cubicBezTo>
                  <a:cubicBezTo>
                    <a:pt x="268" y="2"/>
                    <a:pt x="257" y="1"/>
                    <a:pt x="2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3"/>
            <p:cNvSpPr/>
            <p:nvPr/>
          </p:nvSpPr>
          <p:spPr>
            <a:xfrm>
              <a:off x="7571635" y="1987766"/>
              <a:ext cx="115528" cy="54917"/>
            </a:xfrm>
            <a:custGeom>
              <a:avLst/>
              <a:gdLst/>
              <a:ahLst/>
              <a:cxnLst/>
              <a:rect l="l" t="t" r="r" b="b"/>
              <a:pathLst>
                <a:path w="3530" h="1678" extrusionOk="0">
                  <a:moveTo>
                    <a:pt x="3275" y="0"/>
                  </a:moveTo>
                  <a:cubicBezTo>
                    <a:pt x="3259" y="0"/>
                    <a:pt x="3243" y="2"/>
                    <a:pt x="3226" y="5"/>
                  </a:cubicBezTo>
                  <a:cubicBezTo>
                    <a:pt x="3177" y="16"/>
                    <a:pt x="2164" y="246"/>
                    <a:pt x="1743" y="1008"/>
                  </a:cubicBezTo>
                  <a:cubicBezTo>
                    <a:pt x="1315" y="663"/>
                    <a:pt x="703" y="618"/>
                    <a:pt x="402" y="618"/>
                  </a:cubicBezTo>
                  <a:cubicBezTo>
                    <a:pt x="300" y="618"/>
                    <a:pt x="233" y="623"/>
                    <a:pt x="222" y="623"/>
                  </a:cubicBezTo>
                  <a:cubicBezTo>
                    <a:pt x="93" y="636"/>
                    <a:pt x="1" y="748"/>
                    <a:pt x="11" y="877"/>
                  </a:cubicBezTo>
                  <a:cubicBezTo>
                    <a:pt x="21" y="997"/>
                    <a:pt x="124" y="1088"/>
                    <a:pt x="243" y="1088"/>
                  </a:cubicBezTo>
                  <a:cubicBezTo>
                    <a:pt x="249" y="1088"/>
                    <a:pt x="256" y="1088"/>
                    <a:pt x="262" y="1087"/>
                  </a:cubicBezTo>
                  <a:cubicBezTo>
                    <a:pt x="265" y="1087"/>
                    <a:pt x="320" y="1082"/>
                    <a:pt x="408" y="1082"/>
                  </a:cubicBezTo>
                  <a:cubicBezTo>
                    <a:pt x="704" y="1082"/>
                    <a:pt x="1367" y="1134"/>
                    <a:pt x="1625" y="1564"/>
                  </a:cubicBezTo>
                  <a:cubicBezTo>
                    <a:pt x="1666" y="1637"/>
                    <a:pt x="1743" y="1677"/>
                    <a:pt x="1823" y="1677"/>
                  </a:cubicBezTo>
                  <a:cubicBezTo>
                    <a:pt x="1836" y="1677"/>
                    <a:pt x="1849" y="1677"/>
                    <a:pt x="1861" y="1675"/>
                  </a:cubicBezTo>
                  <a:cubicBezTo>
                    <a:pt x="1956" y="1660"/>
                    <a:pt x="2031" y="1587"/>
                    <a:pt x="2050" y="1495"/>
                  </a:cubicBezTo>
                  <a:cubicBezTo>
                    <a:pt x="2220" y="714"/>
                    <a:pt x="3314" y="463"/>
                    <a:pt x="3325" y="458"/>
                  </a:cubicBezTo>
                  <a:cubicBezTo>
                    <a:pt x="3450" y="430"/>
                    <a:pt x="3529" y="308"/>
                    <a:pt x="3501" y="181"/>
                  </a:cubicBezTo>
                  <a:cubicBezTo>
                    <a:pt x="3477" y="73"/>
                    <a:pt x="3381" y="0"/>
                    <a:pt x="3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3"/>
            <p:cNvSpPr/>
            <p:nvPr/>
          </p:nvSpPr>
          <p:spPr>
            <a:xfrm>
              <a:off x="5602520" y="976290"/>
              <a:ext cx="564844" cy="541804"/>
            </a:xfrm>
            <a:custGeom>
              <a:avLst/>
              <a:gdLst/>
              <a:ahLst/>
              <a:cxnLst/>
              <a:rect l="l" t="t" r="r" b="b"/>
              <a:pathLst>
                <a:path w="17259" h="16555" extrusionOk="0">
                  <a:moveTo>
                    <a:pt x="7316" y="0"/>
                  </a:moveTo>
                  <a:cubicBezTo>
                    <a:pt x="4689" y="0"/>
                    <a:pt x="2301" y="1915"/>
                    <a:pt x="2484" y="3259"/>
                  </a:cubicBezTo>
                  <a:cubicBezTo>
                    <a:pt x="0" y="3690"/>
                    <a:pt x="728" y="6935"/>
                    <a:pt x="2363" y="7051"/>
                  </a:cubicBezTo>
                  <a:cubicBezTo>
                    <a:pt x="1296" y="10192"/>
                    <a:pt x="3079" y="11423"/>
                    <a:pt x="4963" y="11423"/>
                  </a:cubicBezTo>
                  <a:cubicBezTo>
                    <a:pt x="5650" y="11423"/>
                    <a:pt x="6352" y="11259"/>
                    <a:pt x="6933" y="10964"/>
                  </a:cubicBezTo>
                  <a:lnTo>
                    <a:pt x="6933" y="10964"/>
                  </a:lnTo>
                  <a:cubicBezTo>
                    <a:pt x="6707" y="12919"/>
                    <a:pt x="8477" y="14302"/>
                    <a:pt x="10064" y="14302"/>
                  </a:cubicBezTo>
                  <a:cubicBezTo>
                    <a:pt x="10543" y="14302"/>
                    <a:pt x="11005" y="14176"/>
                    <a:pt x="11391" y="13902"/>
                  </a:cubicBezTo>
                  <a:lnTo>
                    <a:pt x="11391" y="13902"/>
                  </a:lnTo>
                  <a:cubicBezTo>
                    <a:pt x="10687" y="15808"/>
                    <a:pt x="12105" y="16555"/>
                    <a:pt x="12105" y="16555"/>
                  </a:cubicBezTo>
                  <a:lnTo>
                    <a:pt x="16866" y="16353"/>
                  </a:lnTo>
                  <a:cubicBezTo>
                    <a:pt x="17258" y="14793"/>
                    <a:pt x="16981" y="11717"/>
                    <a:pt x="13915" y="11717"/>
                  </a:cubicBezTo>
                  <a:cubicBezTo>
                    <a:pt x="13742" y="11717"/>
                    <a:pt x="13561" y="11727"/>
                    <a:pt x="13370" y="11747"/>
                  </a:cubicBezTo>
                  <a:cubicBezTo>
                    <a:pt x="15301" y="10644"/>
                    <a:pt x="14629" y="7768"/>
                    <a:pt x="13309" y="7332"/>
                  </a:cubicBezTo>
                  <a:cubicBezTo>
                    <a:pt x="15368" y="6639"/>
                    <a:pt x="14820" y="3628"/>
                    <a:pt x="12908" y="3628"/>
                  </a:cubicBezTo>
                  <a:cubicBezTo>
                    <a:pt x="12748" y="3628"/>
                    <a:pt x="12579" y="3649"/>
                    <a:pt x="12402" y="3694"/>
                  </a:cubicBezTo>
                  <a:cubicBezTo>
                    <a:pt x="11126" y="945"/>
                    <a:pt x="9162" y="0"/>
                    <a:pt x="73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3"/>
            <p:cNvSpPr/>
            <p:nvPr/>
          </p:nvSpPr>
          <p:spPr>
            <a:xfrm>
              <a:off x="5742004" y="1274634"/>
              <a:ext cx="45197" cy="42251"/>
            </a:xfrm>
            <a:custGeom>
              <a:avLst/>
              <a:gdLst/>
              <a:ahLst/>
              <a:cxnLst/>
              <a:rect l="l" t="t" r="r" b="b"/>
              <a:pathLst>
                <a:path w="1381" h="1291" extrusionOk="0">
                  <a:moveTo>
                    <a:pt x="693" y="1"/>
                  </a:moveTo>
                  <a:cubicBezTo>
                    <a:pt x="661" y="1"/>
                    <a:pt x="628" y="3"/>
                    <a:pt x="595" y="8"/>
                  </a:cubicBezTo>
                  <a:cubicBezTo>
                    <a:pt x="243" y="60"/>
                    <a:pt x="1" y="388"/>
                    <a:pt x="52" y="740"/>
                  </a:cubicBezTo>
                  <a:cubicBezTo>
                    <a:pt x="101" y="1060"/>
                    <a:pt x="377" y="1290"/>
                    <a:pt x="692" y="1290"/>
                  </a:cubicBezTo>
                  <a:cubicBezTo>
                    <a:pt x="723" y="1290"/>
                    <a:pt x="755" y="1288"/>
                    <a:pt x="786" y="1283"/>
                  </a:cubicBezTo>
                  <a:cubicBezTo>
                    <a:pt x="1138" y="1230"/>
                    <a:pt x="1381" y="901"/>
                    <a:pt x="1327" y="549"/>
                  </a:cubicBezTo>
                  <a:cubicBezTo>
                    <a:pt x="1281" y="230"/>
                    <a:pt x="1006" y="1"/>
                    <a:pt x="693" y="1"/>
                  </a:cubicBez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3"/>
            <p:cNvSpPr/>
            <p:nvPr/>
          </p:nvSpPr>
          <p:spPr>
            <a:xfrm>
              <a:off x="5827358" y="1246325"/>
              <a:ext cx="60579" cy="56586"/>
            </a:xfrm>
            <a:custGeom>
              <a:avLst/>
              <a:gdLst/>
              <a:ahLst/>
              <a:cxnLst/>
              <a:rect l="l" t="t" r="r" b="b"/>
              <a:pathLst>
                <a:path w="1851" h="1729" extrusionOk="0">
                  <a:moveTo>
                    <a:pt x="926" y="1"/>
                  </a:moveTo>
                  <a:cubicBezTo>
                    <a:pt x="883" y="1"/>
                    <a:pt x="840" y="4"/>
                    <a:pt x="797" y="11"/>
                  </a:cubicBezTo>
                  <a:cubicBezTo>
                    <a:pt x="325" y="81"/>
                    <a:pt x="1" y="521"/>
                    <a:pt x="69" y="994"/>
                  </a:cubicBezTo>
                  <a:cubicBezTo>
                    <a:pt x="134" y="1422"/>
                    <a:pt x="502" y="1729"/>
                    <a:pt x="923" y="1729"/>
                  </a:cubicBezTo>
                  <a:cubicBezTo>
                    <a:pt x="965" y="1729"/>
                    <a:pt x="1009" y="1726"/>
                    <a:pt x="1052" y="1719"/>
                  </a:cubicBezTo>
                  <a:cubicBezTo>
                    <a:pt x="1524" y="1650"/>
                    <a:pt x="1851" y="1210"/>
                    <a:pt x="1780" y="738"/>
                  </a:cubicBezTo>
                  <a:cubicBezTo>
                    <a:pt x="1716" y="309"/>
                    <a:pt x="1347" y="1"/>
                    <a:pt x="926" y="1"/>
                  </a:cubicBez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3"/>
            <p:cNvSpPr/>
            <p:nvPr/>
          </p:nvSpPr>
          <p:spPr>
            <a:xfrm>
              <a:off x="5868594" y="1317671"/>
              <a:ext cx="91081" cy="85059"/>
            </a:xfrm>
            <a:custGeom>
              <a:avLst/>
              <a:gdLst/>
              <a:ahLst/>
              <a:cxnLst/>
              <a:rect l="l" t="t" r="r" b="b"/>
              <a:pathLst>
                <a:path w="2783" h="2599" extrusionOk="0">
                  <a:moveTo>
                    <a:pt x="1395" y="1"/>
                  </a:moveTo>
                  <a:cubicBezTo>
                    <a:pt x="1331" y="1"/>
                    <a:pt x="1266" y="6"/>
                    <a:pt x="1200" y="15"/>
                  </a:cubicBezTo>
                  <a:cubicBezTo>
                    <a:pt x="490" y="121"/>
                    <a:pt x="0" y="782"/>
                    <a:pt x="108" y="1490"/>
                  </a:cubicBezTo>
                  <a:cubicBezTo>
                    <a:pt x="203" y="2136"/>
                    <a:pt x="758" y="2599"/>
                    <a:pt x="1390" y="2599"/>
                  </a:cubicBezTo>
                  <a:cubicBezTo>
                    <a:pt x="1454" y="2599"/>
                    <a:pt x="1518" y="2594"/>
                    <a:pt x="1582" y="2585"/>
                  </a:cubicBezTo>
                  <a:cubicBezTo>
                    <a:pt x="2293" y="2477"/>
                    <a:pt x="2782" y="1816"/>
                    <a:pt x="2677" y="1108"/>
                  </a:cubicBezTo>
                  <a:cubicBezTo>
                    <a:pt x="2580" y="463"/>
                    <a:pt x="2026" y="1"/>
                    <a:pt x="1395" y="1"/>
                  </a:cubicBez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3"/>
            <p:cNvSpPr/>
            <p:nvPr/>
          </p:nvSpPr>
          <p:spPr>
            <a:xfrm>
              <a:off x="4770194" y="1274667"/>
              <a:ext cx="585168" cy="699583"/>
            </a:xfrm>
            <a:custGeom>
              <a:avLst/>
              <a:gdLst/>
              <a:ahLst/>
              <a:cxnLst/>
              <a:rect l="l" t="t" r="r" b="b"/>
              <a:pathLst>
                <a:path w="17880" h="21376" extrusionOk="0">
                  <a:moveTo>
                    <a:pt x="7506" y="0"/>
                  </a:moveTo>
                  <a:cubicBezTo>
                    <a:pt x="7265" y="0"/>
                    <a:pt x="6990" y="126"/>
                    <a:pt x="6710" y="510"/>
                  </a:cubicBezTo>
                  <a:cubicBezTo>
                    <a:pt x="6325" y="419"/>
                    <a:pt x="5957" y="377"/>
                    <a:pt x="5610" y="377"/>
                  </a:cubicBezTo>
                  <a:cubicBezTo>
                    <a:pt x="1331" y="377"/>
                    <a:pt x="1" y="6775"/>
                    <a:pt x="3304" y="8942"/>
                  </a:cubicBezTo>
                  <a:cubicBezTo>
                    <a:pt x="1612" y="10618"/>
                    <a:pt x="2413" y="13810"/>
                    <a:pt x="5369" y="13810"/>
                  </a:cubicBezTo>
                  <a:cubicBezTo>
                    <a:pt x="5559" y="13810"/>
                    <a:pt x="5759" y="13797"/>
                    <a:pt x="5967" y="13769"/>
                  </a:cubicBezTo>
                  <a:lnTo>
                    <a:pt x="5967" y="13769"/>
                  </a:lnTo>
                  <a:cubicBezTo>
                    <a:pt x="5749" y="16738"/>
                    <a:pt x="8326" y="16969"/>
                    <a:pt x="8326" y="16969"/>
                  </a:cubicBezTo>
                  <a:cubicBezTo>
                    <a:pt x="8326" y="16969"/>
                    <a:pt x="8786" y="19053"/>
                    <a:pt x="11027" y="19053"/>
                  </a:cubicBezTo>
                  <a:cubicBezTo>
                    <a:pt x="11283" y="19053"/>
                    <a:pt x="11561" y="19026"/>
                    <a:pt x="11866" y="18966"/>
                  </a:cubicBezTo>
                  <a:cubicBezTo>
                    <a:pt x="12205" y="19633"/>
                    <a:pt x="12563" y="21376"/>
                    <a:pt x="12563" y="21376"/>
                  </a:cubicBezTo>
                  <a:lnTo>
                    <a:pt x="15134" y="21376"/>
                  </a:lnTo>
                  <a:cubicBezTo>
                    <a:pt x="15134" y="21376"/>
                    <a:pt x="17879" y="18197"/>
                    <a:pt x="15557" y="16085"/>
                  </a:cubicBezTo>
                  <a:cubicBezTo>
                    <a:pt x="17375" y="15158"/>
                    <a:pt x="17203" y="12668"/>
                    <a:pt x="15403" y="12009"/>
                  </a:cubicBezTo>
                  <a:cubicBezTo>
                    <a:pt x="15572" y="11062"/>
                    <a:pt x="14836" y="10392"/>
                    <a:pt x="14007" y="10392"/>
                  </a:cubicBezTo>
                  <a:cubicBezTo>
                    <a:pt x="13848" y="10392"/>
                    <a:pt x="13685" y="10416"/>
                    <a:pt x="13525" y="10468"/>
                  </a:cubicBezTo>
                  <a:cubicBezTo>
                    <a:pt x="13649" y="9668"/>
                    <a:pt x="12909" y="9571"/>
                    <a:pt x="12909" y="9571"/>
                  </a:cubicBezTo>
                  <a:cubicBezTo>
                    <a:pt x="12909" y="9571"/>
                    <a:pt x="15207" y="7436"/>
                    <a:pt x="14390" y="4742"/>
                  </a:cubicBezTo>
                  <a:cubicBezTo>
                    <a:pt x="13701" y="2474"/>
                    <a:pt x="11503" y="2305"/>
                    <a:pt x="10862" y="2305"/>
                  </a:cubicBezTo>
                  <a:cubicBezTo>
                    <a:pt x="10750" y="2305"/>
                    <a:pt x="10685" y="2310"/>
                    <a:pt x="10685" y="2310"/>
                  </a:cubicBezTo>
                  <a:cubicBezTo>
                    <a:pt x="10540" y="667"/>
                    <a:pt x="9556" y="386"/>
                    <a:pt x="8900" y="386"/>
                  </a:cubicBezTo>
                  <a:cubicBezTo>
                    <a:pt x="8558" y="386"/>
                    <a:pt x="8305" y="462"/>
                    <a:pt x="8305" y="462"/>
                  </a:cubicBezTo>
                  <a:cubicBezTo>
                    <a:pt x="8305" y="462"/>
                    <a:pt x="7968" y="0"/>
                    <a:pt x="75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3"/>
            <p:cNvSpPr/>
            <p:nvPr/>
          </p:nvSpPr>
          <p:spPr>
            <a:xfrm>
              <a:off x="4892006" y="1618698"/>
              <a:ext cx="82146" cy="80935"/>
            </a:xfrm>
            <a:custGeom>
              <a:avLst/>
              <a:gdLst/>
              <a:ahLst/>
              <a:cxnLst/>
              <a:rect l="l" t="t" r="r" b="b"/>
              <a:pathLst>
                <a:path w="2510" h="2473" extrusionOk="0">
                  <a:moveTo>
                    <a:pt x="1255" y="1"/>
                  </a:moveTo>
                  <a:cubicBezTo>
                    <a:pt x="1243" y="1"/>
                    <a:pt x="1231" y="1"/>
                    <a:pt x="1220" y="1"/>
                  </a:cubicBezTo>
                  <a:cubicBezTo>
                    <a:pt x="537" y="21"/>
                    <a:pt x="0" y="592"/>
                    <a:pt x="20" y="1272"/>
                  </a:cubicBezTo>
                  <a:cubicBezTo>
                    <a:pt x="41" y="1943"/>
                    <a:pt x="590" y="2472"/>
                    <a:pt x="1257" y="2472"/>
                  </a:cubicBezTo>
                  <a:cubicBezTo>
                    <a:pt x="1269" y="2472"/>
                    <a:pt x="1281" y="2472"/>
                    <a:pt x="1293" y="2472"/>
                  </a:cubicBezTo>
                  <a:cubicBezTo>
                    <a:pt x="1975" y="2450"/>
                    <a:pt x="2509" y="1882"/>
                    <a:pt x="2490" y="1199"/>
                  </a:cubicBezTo>
                  <a:cubicBezTo>
                    <a:pt x="2471" y="531"/>
                    <a:pt x="1922" y="1"/>
                    <a:pt x="1255" y="1"/>
                  </a:cubicBez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3"/>
            <p:cNvSpPr/>
            <p:nvPr/>
          </p:nvSpPr>
          <p:spPr>
            <a:xfrm>
              <a:off x="4996374" y="1721070"/>
              <a:ext cx="39175" cy="38553"/>
            </a:xfrm>
            <a:custGeom>
              <a:avLst/>
              <a:gdLst/>
              <a:ahLst/>
              <a:cxnLst/>
              <a:rect l="l" t="t" r="r" b="b"/>
              <a:pathLst>
                <a:path w="1197" h="1178" extrusionOk="0">
                  <a:moveTo>
                    <a:pt x="598" y="0"/>
                  </a:moveTo>
                  <a:cubicBezTo>
                    <a:pt x="593" y="0"/>
                    <a:pt x="588" y="0"/>
                    <a:pt x="582" y="1"/>
                  </a:cubicBezTo>
                  <a:cubicBezTo>
                    <a:pt x="256" y="11"/>
                    <a:pt x="1" y="282"/>
                    <a:pt x="12" y="606"/>
                  </a:cubicBezTo>
                  <a:cubicBezTo>
                    <a:pt x="20" y="925"/>
                    <a:pt x="282" y="1177"/>
                    <a:pt x="597" y="1177"/>
                  </a:cubicBezTo>
                  <a:cubicBezTo>
                    <a:pt x="604" y="1177"/>
                    <a:pt x="610" y="1177"/>
                    <a:pt x="617" y="1177"/>
                  </a:cubicBezTo>
                  <a:cubicBezTo>
                    <a:pt x="941" y="1168"/>
                    <a:pt x="1196" y="896"/>
                    <a:pt x="1188" y="572"/>
                  </a:cubicBezTo>
                  <a:cubicBezTo>
                    <a:pt x="1177" y="253"/>
                    <a:pt x="915" y="0"/>
                    <a:pt x="598" y="0"/>
                  </a:cubicBez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3"/>
            <p:cNvSpPr/>
            <p:nvPr/>
          </p:nvSpPr>
          <p:spPr>
            <a:xfrm>
              <a:off x="5236397" y="1822132"/>
              <a:ext cx="39109" cy="38553"/>
            </a:xfrm>
            <a:custGeom>
              <a:avLst/>
              <a:gdLst/>
              <a:ahLst/>
              <a:cxnLst/>
              <a:rect l="l" t="t" r="r" b="b"/>
              <a:pathLst>
                <a:path w="1195" h="1178" extrusionOk="0">
                  <a:moveTo>
                    <a:pt x="596" y="1"/>
                  </a:moveTo>
                  <a:cubicBezTo>
                    <a:pt x="591" y="1"/>
                    <a:pt x="586" y="1"/>
                    <a:pt x="580" y="1"/>
                  </a:cubicBezTo>
                  <a:cubicBezTo>
                    <a:pt x="256" y="12"/>
                    <a:pt x="1" y="282"/>
                    <a:pt x="9" y="606"/>
                  </a:cubicBezTo>
                  <a:cubicBezTo>
                    <a:pt x="20" y="926"/>
                    <a:pt x="280" y="1178"/>
                    <a:pt x="595" y="1178"/>
                  </a:cubicBezTo>
                  <a:cubicBezTo>
                    <a:pt x="601" y="1178"/>
                    <a:pt x="608" y="1178"/>
                    <a:pt x="615" y="1177"/>
                  </a:cubicBezTo>
                  <a:cubicBezTo>
                    <a:pt x="939" y="1169"/>
                    <a:pt x="1194" y="896"/>
                    <a:pt x="1186" y="572"/>
                  </a:cubicBezTo>
                  <a:cubicBezTo>
                    <a:pt x="1175" y="253"/>
                    <a:pt x="913" y="1"/>
                    <a:pt x="596" y="1"/>
                  </a:cubicBez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3"/>
            <p:cNvSpPr/>
            <p:nvPr/>
          </p:nvSpPr>
          <p:spPr>
            <a:xfrm>
              <a:off x="5015421" y="1642720"/>
              <a:ext cx="66830" cy="65750"/>
            </a:xfrm>
            <a:custGeom>
              <a:avLst/>
              <a:gdLst/>
              <a:ahLst/>
              <a:cxnLst/>
              <a:rect l="l" t="t" r="r" b="b"/>
              <a:pathLst>
                <a:path w="2042" h="2009" extrusionOk="0">
                  <a:moveTo>
                    <a:pt x="1024" y="1"/>
                  </a:moveTo>
                  <a:cubicBezTo>
                    <a:pt x="1013" y="1"/>
                    <a:pt x="1003" y="1"/>
                    <a:pt x="992" y="1"/>
                  </a:cubicBezTo>
                  <a:cubicBezTo>
                    <a:pt x="438" y="17"/>
                    <a:pt x="0" y="480"/>
                    <a:pt x="18" y="1034"/>
                  </a:cubicBezTo>
                  <a:cubicBezTo>
                    <a:pt x="35" y="1578"/>
                    <a:pt x="481" y="2009"/>
                    <a:pt x="1022" y="2009"/>
                  </a:cubicBezTo>
                  <a:cubicBezTo>
                    <a:pt x="1031" y="2009"/>
                    <a:pt x="1041" y="2009"/>
                    <a:pt x="1050" y="2008"/>
                  </a:cubicBezTo>
                  <a:cubicBezTo>
                    <a:pt x="1604" y="1991"/>
                    <a:pt x="2042" y="1530"/>
                    <a:pt x="2024" y="974"/>
                  </a:cubicBezTo>
                  <a:cubicBezTo>
                    <a:pt x="2008" y="431"/>
                    <a:pt x="1563" y="1"/>
                    <a:pt x="1024" y="1"/>
                  </a:cubicBez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3"/>
            <p:cNvSpPr/>
            <p:nvPr/>
          </p:nvSpPr>
          <p:spPr>
            <a:xfrm>
              <a:off x="6256972" y="1880158"/>
              <a:ext cx="56651" cy="668328"/>
            </a:xfrm>
            <a:custGeom>
              <a:avLst/>
              <a:gdLst/>
              <a:ahLst/>
              <a:cxnLst/>
              <a:rect l="l" t="t" r="r" b="b"/>
              <a:pathLst>
                <a:path w="1731" h="20421" extrusionOk="0">
                  <a:moveTo>
                    <a:pt x="0" y="1"/>
                  </a:moveTo>
                  <a:lnTo>
                    <a:pt x="0" y="20421"/>
                  </a:lnTo>
                  <a:lnTo>
                    <a:pt x="1730" y="20421"/>
                  </a:lnTo>
                  <a:lnTo>
                    <a:pt x="17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3"/>
            <p:cNvSpPr/>
            <p:nvPr/>
          </p:nvSpPr>
          <p:spPr>
            <a:xfrm>
              <a:off x="5704499" y="1505657"/>
              <a:ext cx="655630" cy="355028"/>
            </a:xfrm>
            <a:custGeom>
              <a:avLst/>
              <a:gdLst/>
              <a:ahLst/>
              <a:cxnLst/>
              <a:rect l="l" t="t" r="r" b="b"/>
              <a:pathLst>
                <a:path w="20033" h="10848" extrusionOk="0">
                  <a:moveTo>
                    <a:pt x="5157" y="0"/>
                  </a:moveTo>
                  <a:cubicBezTo>
                    <a:pt x="3896" y="0"/>
                    <a:pt x="2744" y="925"/>
                    <a:pt x="2744" y="925"/>
                  </a:cubicBezTo>
                  <a:cubicBezTo>
                    <a:pt x="2744" y="925"/>
                    <a:pt x="2538" y="815"/>
                    <a:pt x="2287" y="815"/>
                  </a:cubicBezTo>
                  <a:cubicBezTo>
                    <a:pt x="1978" y="815"/>
                    <a:pt x="1599" y="980"/>
                    <a:pt x="1443" y="1717"/>
                  </a:cubicBezTo>
                  <a:cubicBezTo>
                    <a:pt x="1" y="2294"/>
                    <a:pt x="387" y="4713"/>
                    <a:pt x="1836" y="4713"/>
                  </a:cubicBezTo>
                  <a:cubicBezTo>
                    <a:pt x="2435" y="6686"/>
                    <a:pt x="3755" y="7527"/>
                    <a:pt x="5206" y="7527"/>
                  </a:cubicBezTo>
                  <a:cubicBezTo>
                    <a:pt x="6542" y="7527"/>
                    <a:pt x="7990" y="6814"/>
                    <a:pt x="9088" y="5615"/>
                  </a:cubicBezTo>
                  <a:cubicBezTo>
                    <a:pt x="9762" y="7474"/>
                    <a:pt x="12685" y="9134"/>
                    <a:pt x="15514" y="9134"/>
                  </a:cubicBezTo>
                  <a:cubicBezTo>
                    <a:pt x="15975" y="9134"/>
                    <a:pt x="16435" y="9090"/>
                    <a:pt x="16881" y="8995"/>
                  </a:cubicBezTo>
                  <a:lnTo>
                    <a:pt x="16881" y="8995"/>
                  </a:lnTo>
                  <a:cubicBezTo>
                    <a:pt x="16186" y="10128"/>
                    <a:pt x="16881" y="10847"/>
                    <a:pt x="16881" y="10847"/>
                  </a:cubicBezTo>
                  <a:lnTo>
                    <a:pt x="18611" y="10847"/>
                  </a:lnTo>
                  <a:cubicBezTo>
                    <a:pt x="20032" y="9244"/>
                    <a:pt x="18899" y="8089"/>
                    <a:pt x="18899" y="8089"/>
                  </a:cubicBezTo>
                  <a:cubicBezTo>
                    <a:pt x="18899" y="8089"/>
                    <a:pt x="19091" y="6567"/>
                    <a:pt x="17482" y="6567"/>
                  </a:cubicBezTo>
                  <a:cubicBezTo>
                    <a:pt x="17461" y="6567"/>
                    <a:pt x="17440" y="6567"/>
                    <a:pt x="17418" y="6568"/>
                  </a:cubicBezTo>
                  <a:cubicBezTo>
                    <a:pt x="17311" y="3757"/>
                    <a:pt x="15121" y="3103"/>
                    <a:pt x="13103" y="3103"/>
                  </a:cubicBezTo>
                  <a:cubicBezTo>
                    <a:pt x="11341" y="3103"/>
                    <a:pt x="9711" y="3601"/>
                    <a:pt x="9711" y="3601"/>
                  </a:cubicBezTo>
                  <a:cubicBezTo>
                    <a:pt x="9711" y="3601"/>
                    <a:pt x="9902" y="1864"/>
                    <a:pt x="8194" y="1864"/>
                  </a:cubicBezTo>
                  <a:cubicBezTo>
                    <a:pt x="8012" y="1864"/>
                    <a:pt x="7809" y="1884"/>
                    <a:pt x="7581" y="1927"/>
                  </a:cubicBezTo>
                  <a:cubicBezTo>
                    <a:pt x="6950" y="440"/>
                    <a:pt x="6028" y="0"/>
                    <a:pt x="5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3"/>
            <p:cNvSpPr/>
            <p:nvPr/>
          </p:nvSpPr>
          <p:spPr>
            <a:xfrm>
              <a:off x="5812270" y="1654731"/>
              <a:ext cx="46506" cy="43528"/>
            </a:xfrm>
            <a:custGeom>
              <a:avLst/>
              <a:gdLst/>
              <a:ahLst/>
              <a:cxnLst/>
              <a:rect l="l" t="t" r="r" b="b"/>
              <a:pathLst>
                <a:path w="1421" h="1330" extrusionOk="0">
                  <a:moveTo>
                    <a:pt x="710" y="1"/>
                  </a:moveTo>
                  <a:cubicBezTo>
                    <a:pt x="677" y="1"/>
                    <a:pt x="645" y="3"/>
                    <a:pt x="612" y="8"/>
                  </a:cubicBezTo>
                  <a:cubicBezTo>
                    <a:pt x="249" y="64"/>
                    <a:pt x="0" y="401"/>
                    <a:pt x="54" y="763"/>
                  </a:cubicBezTo>
                  <a:cubicBezTo>
                    <a:pt x="102" y="1092"/>
                    <a:pt x="386" y="1329"/>
                    <a:pt x="708" y="1329"/>
                  </a:cubicBezTo>
                  <a:cubicBezTo>
                    <a:pt x="742" y="1329"/>
                    <a:pt x="775" y="1327"/>
                    <a:pt x="809" y="1321"/>
                  </a:cubicBezTo>
                  <a:cubicBezTo>
                    <a:pt x="1172" y="1268"/>
                    <a:pt x="1421" y="931"/>
                    <a:pt x="1367" y="568"/>
                  </a:cubicBezTo>
                  <a:cubicBezTo>
                    <a:pt x="1319" y="238"/>
                    <a:pt x="1034" y="1"/>
                    <a:pt x="710" y="1"/>
                  </a:cubicBez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3"/>
            <p:cNvSpPr/>
            <p:nvPr/>
          </p:nvSpPr>
          <p:spPr>
            <a:xfrm>
              <a:off x="5876809" y="1659902"/>
              <a:ext cx="63884" cy="59630"/>
            </a:xfrm>
            <a:custGeom>
              <a:avLst/>
              <a:gdLst/>
              <a:ahLst/>
              <a:cxnLst/>
              <a:rect l="l" t="t" r="r" b="b"/>
              <a:pathLst>
                <a:path w="1952" h="1822" extrusionOk="0">
                  <a:moveTo>
                    <a:pt x="979" y="1"/>
                  </a:moveTo>
                  <a:cubicBezTo>
                    <a:pt x="934" y="1"/>
                    <a:pt x="888" y="4"/>
                    <a:pt x="842" y="11"/>
                  </a:cubicBezTo>
                  <a:cubicBezTo>
                    <a:pt x="344" y="84"/>
                    <a:pt x="1" y="547"/>
                    <a:pt x="76" y="1045"/>
                  </a:cubicBezTo>
                  <a:cubicBezTo>
                    <a:pt x="144" y="1497"/>
                    <a:pt x="532" y="1822"/>
                    <a:pt x="974" y="1822"/>
                  </a:cubicBezTo>
                  <a:cubicBezTo>
                    <a:pt x="1019" y="1822"/>
                    <a:pt x="1064" y="1819"/>
                    <a:pt x="1110" y="1812"/>
                  </a:cubicBezTo>
                  <a:cubicBezTo>
                    <a:pt x="1608" y="1739"/>
                    <a:pt x="1952" y="1275"/>
                    <a:pt x="1876" y="777"/>
                  </a:cubicBezTo>
                  <a:cubicBezTo>
                    <a:pt x="1810" y="325"/>
                    <a:pt x="1422" y="1"/>
                    <a:pt x="979" y="1"/>
                  </a:cubicBez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3"/>
            <p:cNvSpPr/>
            <p:nvPr/>
          </p:nvSpPr>
          <p:spPr>
            <a:xfrm>
              <a:off x="6241099" y="1847234"/>
              <a:ext cx="88397" cy="65913"/>
            </a:xfrm>
            <a:custGeom>
              <a:avLst/>
              <a:gdLst/>
              <a:ahLst/>
              <a:cxnLst/>
              <a:rect l="l" t="t" r="r" b="b"/>
              <a:pathLst>
                <a:path w="2701" h="2014" extrusionOk="0">
                  <a:moveTo>
                    <a:pt x="0" y="0"/>
                  </a:moveTo>
                  <a:lnTo>
                    <a:pt x="0" y="2014"/>
                  </a:lnTo>
                  <a:lnTo>
                    <a:pt x="2700" y="2014"/>
                  </a:lnTo>
                  <a:lnTo>
                    <a:pt x="2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3"/>
            <p:cNvSpPr/>
            <p:nvPr/>
          </p:nvSpPr>
          <p:spPr>
            <a:xfrm>
              <a:off x="6256972" y="1951766"/>
              <a:ext cx="56651" cy="41597"/>
            </a:xfrm>
            <a:custGeom>
              <a:avLst/>
              <a:gdLst/>
              <a:ahLst/>
              <a:cxnLst/>
              <a:rect l="l" t="t" r="r" b="b"/>
              <a:pathLst>
                <a:path w="1731" h="1271" extrusionOk="0">
                  <a:moveTo>
                    <a:pt x="0" y="0"/>
                  </a:moveTo>
                  <a:lnTo>
                    <a:pt x="0" y="1271"/>
                  </a:lnTo>
                  <a:lnTo>
                    <a:pt x="1730" y="1271"/>
                  </a:lnTo>
                  <a:lnTo>
                    <a:pt x="173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3"/>
            <p:cNvSpPr/>
            <p:nvPr/>
          </p:nvSpPr>
          <p:spPr>
            <a:xfrm>
              <a:off x="6256972" y="2030639"/>
              <a:ext cx="56651" cy="20127"/>
            </a:xfrm>
            <a:custGeom>
              <a:avLst/>
              <a:gdLst/>
              <a:ahLst/>
              <a:cxnLst/>
              <a:rect l="l" t="t" r="r" b="b"/>
              <a:pathLst>
                <a:path w="1731" h="615" extrusionOk="0">
                  <a:moveTo>
                    <a:pt x="0" y="0"/>
                  </a:moveTo>
                  <a:lnTo>
                    <a:pt x="0" y="614"/>
                  </a:lnTo>
                  <a:lnTo>
                    <a:pt x="1730" y="614"/>
                  </a:lnTo>
                  <a:lnTo>
                    <a:pt x="17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3"/>
            <p:cNvSpPr/>
            <p:nvPr/>
          </p:nvSpPr>
          <p:spPr>
            <a:xfrm>
              <a:off x="6256972" y="2075509"/>
              <a:ext cx="56651" cy="20127"/>
            </a:xfrm>
            <a:custGeom>
              <a:avLst/>
              <a:gdLst/>
              <a:ahLst/>
              <a:cxnLst/>
              <a:rect l="l" t="t" r="r" b="b"/>
              <a:pathLst>
                <a:path w="1731" h="615" extrusionOk="0">
                  <a:moveTo>
                    <a:pt x="0" y="1"/>
                  </a:moveTo>
                  <a:lnTo>
                    <a:pt x="0" y="615"/>
                  </a:lnTo>
                  <a:lnTo>
                    <a:pt x="1730" y="615"/>
                  </a:lnTo>
                  <a:lnTo>
                    <a:pt x="17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3"/>
            <p:cNvSpPr/>
            <p:nvPr/>
          </p:nvSpPr>
          <p:spPr>
            <a:xfrm>
              <a:off x="6256972" y="2120411"/>
              <a:ext cx="56651" cy="20127"/>
            </a:xfrm>
            <a:custGeom>
              <a:avLst/>
              <a:gdLst/>
              <a:ahLst/>
              <a:cxnLst/>
              <a:rect l="l" t="t" r="r" b="b"/>
              <a:pathLst>
                <a:path w="1731" h="615" extrusionOk="0">
                  <a:moveTo>
                    <a:pt x="0" y="0"/>
                  </a:moveTo>
                  <a:lnTo>
                    <a:pt x="0" y="614"/>
                  </a:lnTo>
                  <a:lnTo>
                    <a:pt x="1730" y="614"/>
                  </a:lnTo>
                  <a:lnTo>
                    <a:pt x="17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3"/>
            <p:cNvSpPr/>
            <p:nvPr/>
          </p:nvSpPr>
          <p:spPr>
            <a:xfrm>
              <a:off x="6256972" y="2165346"/>
              <a:ext cx="56651" cy="20062"/>
            </a:xfrm>
            <a:custGeom>
              <a:avLst/>
              <a:gdLst/>
              <a:ahLst/>
              <a:cxnLst/>
              <a:rect l="l" t="t" r="r" b="b"/>
              <a:pathLst>
                <a:path w="1731" h="613" extrusionOk="0">
                  <a:moveTo>
                    <a:pt x="0" y="1"/>
                  </a:moveTo>
                  <a:lnTo>
                    <a:pt x="0" y="613"/>
                  </a:lnTo>
                  <a:lnTo>
                    <a:pt x="1730" y="613"/>
                  </a:lnTo>
                  <a:lnTo>
                    <a:pt x="17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3"/>
            <p:cNvSpPr/>
            <p:nvPr/>
          </p:nvSpPr>
          <p:spPr>
            <a:xfrm>
              <a:off x="5975286" y="1524737"/>
              <a:ext cx="177612" cy="1121670"/>
            </a:xfrm>
            <a:custGeom>
              <a:avLst/>
              <a:gdLst/>
              <a:ahLst/>
              <a:cxnLst/>
              <a:rect l="l" t="t" r="r" b="b"/>
              <a:pathLst>
                <a:path w="5427" h="34273" extrusionOk="0">
                  <a:moveTo>
                    <a:pt x="1" y="1"/>
                  </a:moveTo>
                  <a:lnTo>
                    <a:pt x="1" y="34273"/>
                  </a:lnTo>
                  <a:lnTo>
                    <a:pt x="5427" y="34273"/>
                  </a:lnTo>
                  <a:lnTo>
                    <a:pt x="54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3"/>
            <p:cNvSpPr/>
            <p:nvPr/>
          </p:nvSpPr>
          <p:spPr>
            <a:xfrm>
              <a:off x="5975286" y="1933275"/>
              <a:ext cx="177612" cy="18524"/>
            </a:xfrm>
            <a:custGeom>
              <a:avLst/>
              <a:gdLst/>
              <a:ahLst/>
              <a:cxnLst/>
              <a:rect l="l" t="t" r="r" b="b"/>
              <a:pathLst>
                <a:path w="5427" h="566" extrusionOk="0">
                  <a:moveTo>
                    <a:pt x="1" y="1"/>
                  </a:moveTo>
                  <a:lnTo>
                    <a:pt x="1" y="565"/>
                  </a:lnTo>
                  <a:lnTo>
                    <a:pt x="5427" y="565"/>
                  </a:lnTo>
                  <a:lnTo>
                    <a:pt x="5427"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3"/>
            <p:cNvSpPr/>
            <p:nvPr/>
          </p:nvSpPr>
          <p:spPr>
            <a:xfrm>
              <a:off x="5975286" y="1972548"/>
              <a:ext cx="177612" cy="18556"/>
            </a:xfrm>
            <a:custGeom>
              <a:avLst/>
              <a:gdLst/>
              <a:ahLst/>
              <a:cxnLst/>
              <a:rect l="l" t="t" r="r" b="b"/>
              <a:pathLst>
                <a:path w="5427" h="567" extrusionOk="0">
                  <a:moveTo>
                    <a:pt x="1" y="0"/>
                  </a:moveTo>
                  <a:lnTo>
                    <a:pt x="1" y="567"/>
                  </a:lnTo>
                  <a:lnTo>
                    <a:pt x="5427" y="567"/>
                  </a:lnTo>
                  <a:lnTo>
                    <a:pt x="5427"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3"/>
            <p:cNvSpPr/>
            <p:nvPr/>
          </p:nvSpPr>
          <p:spPr>
            <a:xfrm>
              <a:off x="5975286" y="2011886"/>
              <a:ext cx="177612" cy="18556"/>
            </a:xfrm>
            <a:custGeom>
              <a:avLst/>
              <a:gdLst/>
              <a:ahLst/>
              <a:cxnLst/>
              <a:rect l="l" t="t" r="r" b="b"/>
              <a:pathLst>
                <a:path w="5427" h="567" extrusionOk="0">
                  <a:moveTo>
                    <a:pt x="1" y="0"/>
                  </a:moveTo>
                  <a:lnTo>
                    <a:pt x="1" y="567"/>
                  </a:lnTo>
                  <a:lnTo>
                    <a:pt x="5427" y="567"/>
                  </a:lnTo>
                  <a:lnTo>
                    <a:pt x="5427"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3"/>
            <p:cNvSpPr/>
            <p:nvPr/>
          </p:nvSpPr>
          <p:spPr>
            <a:xfrm>
              <a:off x="5975286" y="2051159"/>
              <a:ext cx="177612" cy="18556"/>
            </a:xfrm>
            <a:custGeom>
              <a:avLst/>
              <a:gdLst/>
              <a:ahLst/>
              <a:cxnLst/>
              <a:rect l="l" t="t" r="r" b="b"/>
              <a:pathLst>
                <a:path w="5427" h="567" extrusionOk="0">
                  <a:moveTo>
                    <a:pt x="1" y="0"/>
                  </a:moveTo>
                  <a:lnTo>
                    <a:pt x="1" y="567"/>
                  </a:lnTo>
                  <a:lnTo>
                    <a:pt x="5427" y="567"/>
                  </a:lnTo>
                  <a:lnTo>
                    <a:pt x="5427"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3"/>
            <p:cNvSpPr/>
            <p:nvPr/>
          </p:nvSpPr>
          <p:spPr>
            <a:xfrm>
              <a:off x="5956599" y="1493614"/>
              <a:ext cx="214921" cy="62346"/>
            </a:xfrm>
            <a:custGeom>
              <a:avLst/>
              <a:gdLst/>
              <a:ahLst/>
              <a:cxnLst/>
              <a:rect l="l" t="t" r="r" b="b"/>
              <a:pathLst>
                <a:path w="6567" h="1905" extrusionOk="0">
                  <a:moveTo>
                    <a:pt x="104" y="1"/>
                  </a:moveTo>
                  <a:cubicBezTo>
                    <a:pt x="48" y="1"/>
                    <a:pt x="1" y="46"/>
                    <a:pt x="1" y="102"/>
                  </a:cubicBezTo>
                  <a:lnTo>
                    <a:pt x="1" y="1802"/>
                  </a:lnTo>
                  <a:cubicBezTo>
                    <a:pt x="1" y="1860"/>
                    <a:pt x="48" y="1905"/>
                    <a:pt x="104" y="1905"/>
                  </a:cubicBezTo>
                  <a:lnTo>
                    <a:pt x="6463" y="1905"/>
                  </a:lnTo>
                  <a:cubicBezTo>
                    <a:pt x="6521" y="1905"/>
                    <a:pt x="6566" y="1860"/>
                    <a:pt x="6566" y="1802"/>
                  </a:cubicBezTo>
                  <a:lnTo>
                    <a:pt x="6566" y="102"/>
                  </a:lnTo>
                  <a:cubicBezTo>
                    <a:pt x="6566" y="46"/>
                    <a:pt x="6521" y="1"/>
                    <a:pt x="64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3"/>
            <p:cNvSpPr/>
            <p:nvPr/>
          </p:nvSpPr>
          <p:spPr>
            <a:xfrm>
              <a:off x="5975286" y="1602367"/>
              <a:ext cx="177612" cy="67615"/>
            </a:xfrm>
            <a:custGeom>
              <a:avLst/>
              <a:gdLst/>
              <a:ahLst/>
              <a:cxnLst/>
              <a:rect l="l" t="t" r="r" b="b"/>
              <a:pathLst>
                <a:path w="5427" h="2066" extrusionOk="0">
                  <a:moveTo>
                    <a:pt x="1" y="0"/>
                  </a:moveTo>
                  <a:lnTo>
                    <a:pt x="1" y="2065"/>
                  </a:lnTo>
                  <a:lnTo>
                    <a:pt x="5427" y="2065"/>
                  </a:lnTo>
                  <a:lnTo>
                    <a:pt x="54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3"/>
            <p:cNvSpPr/>
            <p:nvPr/>
          </p:nvSpPr>
          <p:spPr>
            <a:xfrm>
              <a:off x="5975286" y="1716357"/>
              <a:ext cx="177612" cy="67615"/>
            </a:xfrm>
            <a:custGeom>
              <a:avLst/>
              <a:gdLst/>
              <a:ahLst/>
              <a:cxnLst/>
              <a:rect l="l" t="t" r="r" b="b"/>
              <a:pathLst>
                <a:path w="5427" h="2066" extrusionOk="0">
                  <a:moveTo>
                    <a:pt x="1" y="1"/>
                  </a:moveTo>
                  <a:lnTo>
                    <a:pt x="1" y="2066"/>
                  </a:lnTo>
                  <a:lnTo>
                    <a:pt x="5427" y="2066"/>
                  </a:lnTo>
                  <a:lnTo>
                    <a:pt x="542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3"/>
            <p:cNvSpPr/>
            <p:nvPr/>
          </p:nvSpPr>
          <p:spPr>
            <a:xfrm>
              <a:off x="5975286" y="1830380"/>
              <a:ext cx="177612" cy="67582"/>
            </a:xfrm>
            <a:custGeom>
              <a:avLst/>
              <a:gdLst/>
              <a:ahLst/>
              <a:cxnLst/>
              <a:rect l="l" t="t" r="r" b="b"/>
              <a:pathLst>
                <a:path w="5427" h="2065" extrusionOk="0">
                  <a:moveTo>
                    <a:pt x="1" y="0"/>
                  </a:moveTo>
                  <a:lnTo>
                    <a:pt x="1" y="2065"/>
                  </a:lnTo>
                  <a:lnTo>
                    <a:pt x="5427" y="2065"/>
                  </a:lnTo>
                  <a:lnTo>
                    <a:pt x="54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3"/>
            <p:cNvSpPr/>
            <p:nvPr/>
          </p:nvSpPr>
          <p:spPr>
            <a:xfrm>
              <a:off x="5098942" y="2042356"/>
              <a:ext cx="816453" cy="1454148"/>
            </a:xfrm>
            <a:custGeom>
              <a:avLst/>
              <a:gdLst/>
              <a:ahLst/>
              <a:cxnLst/>
              <a:rect l="l" t="t" r="r" b="b"/>
              <a:pathLst>
                <a:path w="24947" h="44432" extrusionOk="0">
                  <a:moveTo>
                    <a:pt x="0" y="1"/>
                  </a:moveTo>
                  <a:lnTo>
                    <a:pt x="0" y="44431"/>
                  </a:lnTo>
                  <a:lnTo>
                    <a:pt x="24947" y="44431"/>
                  </a:lnTo>
                  <a:lnTo>
                    <a:pt x="24947" y="209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3"/>
            <p:cNvSpPr/>
            <p:nvPr/>
          </p:nvSpPr>
          <p:spPr>
            <a:xfrm>
              <a:off x="5170811" y="2320539"/>
              <a:ext cx="59597" cy="97855"/>
            </a:xfrm>
            <a:custGeom>
              <a:avLst/>
              <a:gdLst/>
              <a:ahLst/>
              <a:cxnLst/>
              <a:rect l="l" t="t" r="r" b="b"/>
              <a:pathLst>
                <a:path w="1821" h="2990" extrusionOk="0">
                  <a:moveTo>
                    <a:pt x="58" y="0"/>
                  </a:moveTo>
                  <a:cubicBezTo>
                    <a:pt x="26" y="0"/>
                    <a:pt x="0" y="26"/>
                    <a:pt x="0" y="58"/>
                  </a:cubicBezTo>
                  <a:lnTo>
                    <a:pt x="0" y="2932"/>
                  </a:lnTo>
                  <a:cubicBezTo>
                    <a:pt x="0" y="2964"/>
                    <a:pt x="26" y="2990"/>
                    <a:pt x="58" y="2990"/>
                  </a:cubicBezTo>
                  <a:lnTo>
                    <a:pt x="1762" y="2990"/>
                  </a:lnTo>
                  <a:cubicBezTo>
                    <a:pt x="1794" y="2990"/>
                    <a:pt x="1820" y="2964"/>
                    <a:pt x="1820" y="2932"/>
                  </a:cubicBezTo>
                  <a:lnTo>
                    <a:pt x="1820" y="58"/>
                  </a:lnTo>
                  <a:cubicBezTo>
                    <a:pt x="1820" y="26"/>
                    <a:pt x="1794" y="0"/>
                    <a:pt x="17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3"/>
            <p:cNvSpPr/>
            <p:nvPr/>
          </p:nvSpPr>
          <p:spPr>
            <a:xfrm>
              <a:off x="5281234" y="2320539"/>
              <a:ext cx="59597" cy="97855"/>
            </a:xfrm>
            <a:custGeom>
              <a:avLst/>
              <a:gdLst/>
              <a:ahLst/>
              <a:cxnLst/>
              <a:rect l="l" t="t" r="r" b="b"/>
              <a:pathLst>
                <a:path w="1821" h="2990" extrusionOk="0">
                  <a:moveTo>
                    <a:pt x="58" y="0"/>
                  </a:moveTo>
                  <a:cubicBezTo>
                    <a:pt x="28" y="0"/>
                    <a:pt x="0" y="26"/>
                    <a:pt x="0" y="58"/>
                  </a:cubicBezTo>
                  <a:lnTo>
                    <a:pt x="0" y="2932"/>
                  </a:lnTo>
                  <a:cubicBezTo>
                    <a:pt x="0" y="2964"/>
                    <a:pt x="28" y="2990"/>
                    <a:pt x="58" y="2990"/>
                  </a:cubicBezTo>
                  <a:lnTo>
                    <a:pt x="1762" y="2990"/>
                  </a:lnTo>
                  <a:cubicBezTo>
                    <a:pt x="1794" y="2990"/>
                    <a:pt x="1820" y="2964"/>
                    <a:pt x="1820" y="2932"/>
                  </a:cubicBezTo>
                  <a:lnTo>
                    <a:pt x="1820" y="58"/>
                  </a:lnTo>
                  <a:cubicBezTo>
                    <a:pt x="1820" y="26"/>
                    <a:pt x="1794" y="0"/>
                    <a:pt x="17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3"/>
            <p:cNvSpPr/>
            <p:nvPr/>
          </p:nvSpPr>
          <p:spPr>
            <a:xfrm>
              <a:off x="5391722" y="2320539"/>
              <a:ext cx="59531" cy="97855"/>
            </a:xfrm>
            <a:custGeom>
              <a:avLst/>
              <a:gdLst/>
              <a:ahLst/>
              <a:cxnLst/>
              <a:rect l="l" t="t" r="r" b="b"/>
              <a:pathLst>
                <a:path w="1819" h="2990" extrusionOk="0">
                  <a:moveTo>
                    <a:pt x="56" y="0"/>
                  </a:moveTo>
                  <a:cubicBezTo>
                    <a:pt x="26" y="0"/>
                    <a:pt x="0" y="26"/>
                    <a:pt x="0" y="58"/>
                  </a:cubicBezTo>
                  <a:lnTo>
                    <a:pt x="0" y="2932"/>
                  </a:lnTo>
                  <a:cubicBezTo>
                    <a:pt x="0" y="2964"/>
                    <a:pt x="26" y="2990"/>
                    <a:pt x="56" y="2990"/>
                  </a:cubicBezTo>
                  <a:lnTo>
                    <a:pt x="1760" y="2990"/>
                  </a:lnTo>
                  <a:cubicBezTo>
                    <a:pt x="1792" y="2990"/>
                    <a:pt x="1818" y="2964"/>
                    <a:pt x="1818" y="2932"/>
                  </a:cubicBezTo>
                  <a:lnTo>
                    <a:pt x="1818" y="58"/>
                  </a:lnTo>
                  <a:cubicBezTo>
                    <a:pt x="1818" y="26"/>
                    <a:pt x="1792" y="0"/>
                    <a:pt x="17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3"/>
            <p:cNvSpPr/>
            <p:nvPr/>
          </p:nvSpPr>
          <p:spPr>
            <a:xfrm>
              <a:off x="5170811" y="1951766"/>
              <a:ext cx="119095" cy="255504"/>
            </a:xfrm>
            <a:custGeom>
              <a:avLst/>
              <a:gdLst/>
              <a:ahLst/>
              <a:cxnLst/>
              <a:rect l="l" t="t" r="r" b="b"/>
              <a:pathLst>
                <a:path w="3639" h="7807" extrusionOk="0">
                  <a:moveTo>
                    <a:pt x="0" y="0"/>
                  </a:moveTo>
                  <a:lnTo>
                    <a:pt x="0" y="7806"/>
                  </a:lnTo>
                  <a:lnTo>
                    <a:pt x="3638" y="7806"/>
                  </a:lnTo>
                  <a:lnTo>
                    <a:pt x="36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3"/>
            <p:cNvSpPr/>
            <p:nvPr/>
          </p:nvSpPr>
          <p:spPr>
            <a:xfrm>
              <a:off x="5346493" y="1993330"/>
              <a:ext cx="35411" cy="146357"/>
            </a:xfrm>
            <a:custGeom>
              <a:avLst/>
              <a:gdLst/>
              <a:ahLst/>
              <a:cxnLst/>
              <a:rect l="l" t="t" r="r" b="b"/>
              <a:pathLst>
                <a:path w="1082" h="4472" extrusionOk="0">
                  <a:moveTo>
                    <a:pt x="0" y="1"/>
                  </a:moveTo>
                  <a:lnTo>
                    <a:pt x="0" y="4471"/>
                  </a:lnTo>
                  <a:lnTo>
                    <a:pt x="1082" y="4471"/>
                  </a:lnTo>
                  <a:lnTo>
                    <a:pt x="10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3"/>
            <p:cNvSpPr/>
            <p:nvPr/>
          </p:nvSpPr>
          <p:spPr>
            <a:xfrm>
              <a:off x="5431977" y="1902936"/>
              <a:ext cx="75241" cy="255438"/>
            </a:xfrm>
            <a:custGeom>
              <a:avLst/>
              <a:gdLst/>
              <a:ahLst/>
              <a:cxnLst/>
              <a:rect l="l" t="t" r="r" b="b"/>
              <a:pathLst>
                <a:path w="2299" h="7805" extrusionOk="0">
                  <a:moveTo>
                    <a:pt x="0" y="0"/>
                  </a:moveTo>
                  <a:lnTo>
                    <a:pt x="0" y="7804"/>
                  </a:lnTo>
                  <a:lnTo>
                    <a:pt x="2299" y="7804"/>
                  </a:lnTo>
                  <a:lnTo>
                    <a:pt x="2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3"/>
            <p:cNvSpPr/>
            <p:nvPr/>
          </p:nvSpPr>
          <p:spPr>
            <a:xfrm>
              <a:off x="5072531" y="2151044"/>
              <a:ext cx="401174" cy="126950"/>
            </a:xfrm>
            <a:custGeom>
              <a:avLst/>
              <a:gdLst/>
              <a:ahLst/>
              <a:cxnLst/>
              <a:rect l="l" t="t" r="r" b="b"/>
              <a:pathLst>
                <a:path w="12258" h="3879" extrusionOk="0">
                  <a:moveTo>
                    <a:pt x="0" y="0"/>
                  </a:moveTo>
                  <a:lnTo>
                    <a:pt x="0" y="3878"/>
                  </a:lnTo>
                  <a:lnTo>
                    <a:pt x="12258" y="3878"/>
                  </a:lnTo>
                  <a:lnTo>
                    <a:pt x="12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3"/>
            <p:cNvSpPr/>
            <p:nvPr/>
          </p:nvSpPr>
          <p:spPr>
            <a:xfrm>
              <a:off x="4965970" y="2721811"/>
              <a:ext cx="865151" cy="800253"/>
            </a:xfrm>
            <a:custGeom>
              <a:avLst/>
              <a:gdLst/>
              <a:ahLst/>
              <a:cxnLst/>
              <a:rect l="l" t="t" r="r" b="b"/>
              <a:pathLst>
                <a:path w="26435" h="24452" extrusionOk="0">
                  <a:moveTo>
                    <a:pt x="0" y="1"/>
                  </a:moveTo>
                  <a:lnTo>
                    <a:pt x="0" y="24451"/>
                  </a:lnTo>
                  <a:lnTo>
                    <a:pt x="26434" y="24451"/>
                  </a:lnTo>
                  <a:lnTo>
                    <a:pt x="264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3"/>
            <p:cNvSpPr/>
            <p:nvPr/>
          </p:nvSpPr>
          <p:spPr>
            <a:xfrm>
              <a:off x="4965970" y="2349470"/>
              <a:ext cx="865151" cy="372373"/>
            </a:xfrm>
            <a:custGeom>
              <a:avLst/>
              <a:gdLst/>
              <a:ahLst/>
              <a:cxnLst/>
              <a:rect l="l" t="t" r="r" b="b"/>
              <a:pathLst>
                <a:path w="26435" h="11378" extrusionOk="0">
                  <a:moveTo>
                    <a:pt x="26434" y="0"/>
                  </a:moveTo>
                  <a:lnTo>
                    <a:pt x="0" y="8869"/>
                  </a:lnTo>
                  <a:lnTo>
                    <a:pt x="0" y="11378"/>
                  </a:lnTo>
                  <a:lnTo>
                    <a:pt x="26434" y="11378"/>
                  </a:lnTo>
                  <a:lnTo>
                    <a:pt x="264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3"/>
            <p:cNvSpPr/>
            <p:nvPr/>
          </p:nvSpPr>
          <p:spPr>
            <a:xfrm>
              <a:off x="5020494" y="2784910"/>
              <a:ext cx="122106" cy="196987"/>
            </a:xfrm>
            <a:custGeom>
              <a:avLst/>
              <a:gdLst/>
              <a:ahLst/>
              <a:cxnLst/>
              <a:rect l="l" t="t" r="r" b="b"/>
              <a:pathLst>
                <a:path w="3731" h="6019" extrusionOk="0">
                  <a:moveTo>
                    <a:pt x="0" y="0"/>
                  </a:moveTo>
                  <a:lnTo>
                    <a:pt x="0" y="6018"/>
                  </a:lnTo>
                  <a:lnTo>
                    <a:pt x="3730" y="6018"/>
                  </a:lnTo>
                  <a:lnTo>
                    <a:pt x="37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3"/>
            <p:cNvSpPr/>
            <p:nvPr/>
          </p:nvSpPr>
          <p:spPr>
            <a:xfrm>
              <a:off x="5044909" y="2820583"/>
              <a:ext cx="73179" cy="125641"/>
            </a:xfrm>
            <a:custGeom>
              <a:avLst/>
              <a:gdLst/>
              <a:ahLst/>
              <a:cxnLst/>
              <a:rect l="l" t="t" r="r" b="b"/>
              <a:pathLst>
                <a:path w="2236" h="3839" extrusionOk="0">
                  <a:moveTo>
                    <a:pt x="1" y="1"/>
                  </a:moveTo>
                  <a:lnTo>
                    <a:pt x="1" y="3838"/>
                  </a:lnTo>
                  <a:lnTo>
                    <a:pt x="2235" y="3838"/>
                  </a:lnTo>
                  <a:lnTo>
                    <a:pt x="2235"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3"/>
            <p:cNvSpPr/>
            <p:nvPr/>
          </p:nvSpPr>
          <p:spPr>
            <a:xfrm>
              <a:off x="5188910" y="2784910"/>
              <a:ext cx="122139" cy="196987"/>
            </a:xfrm>
            <a:custGeom>
              <a:avLst/>
              <a:gdLst/>
              <a:ahLst/>
              <a:cxnLst/>
              <a:rect l="l" t="t" r="r" b="b"/>
              <a:pathLst>
                <a:path w="3732" h="6019" extrusionOk="0">
                  <a:moveTo>
                    <a:pt x="1" y="0"/>
                  </a:moveTo>
                  <a:lnTo>
                    <a:pt x="1" y="6018"/>
                  </a:lnTo>
                  <a:lnTo>
                    <a:pt x="3731" y="6018"/>
                  </a:lnTo>
                  <a:lnTo>
                    <a:pt x="37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3"/>
            <p:cNvSpPr/>
            <p:nvPr/>
          </p:nvSpPr>
          <p:spPr>
            <a:xfrm>
              <a:off x="5213423" y="2820583"/>
              <a:ext cx="73179" cy="125641"/>
            </a:xfrm>
            <a:custGeom>
              <a:avLst/>
              <a:gdLst/>
              <a:ahLst/>
              <a:cxnLst/>
              <a:rect l="l" t="t" r="r" b="b"/>
              <a:pathLst>
                <a:path w="2236" h="3839" extrusionOk="0">
                  <a:moveTo>
                    <a:pt x="1" y="1"/>
                  </a:moveTo>
                  <a:lnTo>
                    <a:pt x="1" y="3838"/>
                  </a:lnTo>
                  <a:lnTo>
                    <a:pt x="2235" y="3838"/>
                  </a:lnTo>
                  <a:lnTo>
                    <a:pt x="2235"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3"/>
            <p:cNvSpPr/>
            <p:nvPr/>
          </p:nvSpPr>
          <p:spPr>
            <a:xfrm>
              <a:off x="5357424" y="2784910"/>
              <a:ext cx="122139" cy="196987"/>
            </a:xfrm>
            <a:custGeom>
              <a:avLst/>
              <a:gdLst/>
              <a:ahLst/>
              <a:cxnLst/>
              <a:rect l="l" t="t" r="r" b="b"/>
              <a:pathLst>
                <a:path w="3732" h="6019" extrusionOk="0">
                  <a:moveTo>
                    <a:pt x="1" y="0"/>
                  </a:moveTo>
                  <a:lnTo>
                    <a:pt x="1" y="6018"/>
                  </a:lnTo>
                  <a:lnTo>
                    <a:pt x="3731" y="6018"/>
                  </a:lnTo>
                  <a:lnTo>
                    <a:pt x="37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3"/>
            <p:cNvSpPr/>
            <p:nvPr/>
          </p:nvSpPr>
          <p:spPr>
            <a:xfrm>
              <a:off x="5381871" y="2820583"/>
              <a:ext cx="73179" cy="125641"/>
            </a:xfrm>
            <a:custGeom>
              <a:avLst/>
              <a:gdLst/>
              <a:ahLst/>
              <a:cxnLst/>
              <a:rect l="l" t="t" r="r" b="b"/>
              <a:pathLst>
                <a:path w="2236" h="3839" extrusionOk="0">
                  <a:moveTo>
                    <a:pt x="1" y="1"/>
                  </a:moveTo>
                  <a:lnTo>
                    <a:pt x="1" y="3838"/>
                  </a:lnTo>
                  <a:lnTo>
                    <a:pt x="2235" y="3838"/>
                  </a:lnTo>
                  <a:lnTo>
                    <a:pt x="2235"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3"/>
            <p:cNvSpPr/>
            <p:nvPr/>
          </p:nvSpPr>
          <p:spPr>
            <a:xfrm>
              <a:off x="5020494" y="3027650"/>
              <a:ext cx="122106" cy="196987"/>
            </a:xfrm>
            <a:custGeom>
              <a:avLst/>
              <a:gdLst/>
              <a:ahLst/>
              <a:cxnLst/>
              <a:rect l="l" t="t" r="r" b="b"/>
              <a:pathLst>
                <a:path w="3731" h="6019" extrusionOk="0">
                  <a:moveTo>
                    <a:pt x="0" y="1"/>
                  </a:moveTo>
                  <a:lnTo>
                    <a:pt x="0" y="6019"/>
                  </a:lnTo>
                  <a:lnTo>
                    <a:pt x="3730" y="6019"/>
                  </a:lnTo>
                  <a:lnTo>
                    <a:pt x="37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3"/>
            <p:cNvSpPr/>
            <p:nvPr/>
          </p:nvSpPr>
          <p:spPr>
            <a:xfrm>
              <a:off x="5044909" y="3063355"/>
              <a:ext cx="73179" cy="125608"/>
            </a:xfrm>
            <a:custGeom>
              <a:avLst/>
              <a:gdLst/>
              <a:ahLst/>
              <a:cxnLst/>
              <a:rect l="l" t="t" r="r" b="b"/>
              <a:pathLst>
                <a:path w="2236" h="3838" extrusionOk="0">
                  <a:moveTo>
                    <a:pt x="1" y="0"/>
                  </a:moveTo>
                  <a:lnTo>
                    <a:pt x="1" y="3838"/>
                  </a:lnTo>
                  <a:lnTo>
                    <a:pt x="2235" y="3838"/>
                  </a:lnTo>
                  <a:lnTo>
                    <a:pt x="2235"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3"/>
            <p:cNvSpPr/>
            <p:nvPr/>
          </p:nvSpPr>
          <p:spPr>
            <a:xfrm>
              <a:off x="5188910" y="3027650"/>
              <a:ext cx="122139" cy="196987"/>
            </a:xfrm>
            <a:custGeom>
              <a:avLst/>
              <a:gdLst/>
              <a:ahLst/>
              <a:cxnLst/>
              <a:rect l="l" t="t" r="r" b="b"/>
              <a:pathLst>
                <a:path w="3732" h="6019" extrusionOk="0">
                  <a:moveTo>
                    <a:pt x="1" y="1"/>
                  </a:moveTo>
                  <a:lnTo>
                    <a:pt x="1" y="6019"/>
                  </a:lnTo>
                  <a:lnTo>
                    <a:pt x="3731" y="6019"/>
                  </a:lnTo>
                  <a:lnTo>
                    <a:pt x="373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3"/>
            <p:cNvSpPr/>
            <p:nvPr/>
          </p:nvSpPr>
          <p:spPr>
            <a:xfrm>
              <a:off x="5213423" y="3063355"/>
              <a:ext cx="73179" cy="125608"/>
            </a:xfrm>
            <a:custGeom>
              <a:avLst/>
              <a:gdLst/>
              <a:ahLst/>
              <a:cxnLst/>
              <a:rect l="l" t="t" r="r" b="b"/>
              <a:pathLst>
                <a:path w="2236" h="3838" extrusionOk="0">
                  <a:moveTo>
                    <a:pt x="1" y="0"/>
                  </a:moveTo>
                  <a:lnTo>
                    <a:pt x="1" y="3838"/>
                  </a:lnTo>
                  <a:lnTo>
                    <a:pt x="2235" y="3838"/>
                  </a:lnTo>
                  <a:lnTo>
                    <a:pt x="2235"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3"/>
            <p:cNvSpPr/>
            <p:nvPr/>
          </p:nvSpPr>
          <p:spPr>
            <a:xfrm>
              <a:off x="5357424" y="3027650"/>
              <a:ext cx="122139" cy="196987"/>
            </a:xfrm>
            <a:custGeom>
              <a:avLst/>
              <a:gdLst/>
              <a:ahLst/>
              <a:cxnLst/>
              <a:rect l="l" t="t" r="r" b="b"/>
              <a:pathLst>
                <a:path w="3732" h="6019" extrusionOk="0">
                  <a:moveTo>
                    <a:pt x="1" y="1"/>
                  </a:moveTo>
                  <a:lnTo>
                    <a:pt x="1" y="6019"/>
                  </a:lnTo>
                  <a:lnTo>
                    <a:pt x="3731" y="6019"/>
                  </a:lnTo>
                  <a:lnTo>
                    <a:pt x="373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3"/>
            <p:cNvSpPr/>
            <p:nvPr/>
          </p:nvSpPr>
          <p:spPr>
            <a:xfrm>
              <a:off x="5381871" y="3063355"/>
              <a:ext cx="73179" cy="125608"/>
            </a:xfrm>
            <a:custGeom>
              <a:avLst/>
              <a:gdLst/>
              <a:ahLst/>
              <a:cxnLst/>
              <a:rect l="l" t="t" r="r" b="b"/>
              <a:pathLst>
                <a:path w="2236" h="3838" extrusionOk="0">
                  <a:moveTo>
                    <a:pt x="1" y="0"/>
                  </a:moveTo>
                  <a:lnTo>
                    <a:pt x="1" y="3838"/>
                  </a:lnTo>
                  <a:lnTo>
                    <a:pt x="2235" y="3838"/>
                  </a:lnTo>
                  <a:lnTo>
                    <a:pt x="2235"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3"/>
            <p:cNvSpPr/>
            <p:nvPr/>
          </p:nvSpPr>
          <p:spPr>
            <a:xfrm>
              <a:off x="4965970" y="3282630"/>
              <a:ext cx="865151" cy="239434"/>
            </a:xfrm>
            <a:custGeom>
              <a:avLst/>
              <a:gdLst/>
              <a:ahLst/>
              <a:cxnLst/>
              <a:rect l="l" t="t" r="r" b="b"/>
              <a:pathLst>
                <a:path w="26435" h="7316" extrusionOk="0">
                  <a:moveTo>
                    <a:pt x="0" y="1"/>
                  </a:moveTo>
                  <a:lnTo>
                    <a:pt x="0" y="7315"/>
                  </a:lnTo>
                  <a:lnTo>
                    <a:pt x="26434" y="7315"/>
                  </a:lnTo>
                  <a:lnTo>
                    <a:pt x="264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3"/>
            <p:cNvSpPr/>
            <p:nvPr/>
          </p:nvSpPr>
          <p:spPr>
            <a:xfrm>
              <a:off x="4986981" y="3310448"/>
              <a:ext cx="67026" cy="34168"/>
            </a:xfrm>
            <a:custGeom>
              <a:avLst/>
              <a:gdLst/>
              <a:ahLst/>
              <a:cxnLst/>
              <a:rect l="l" t="t" r="r" b="b"/>
              <a:pathLst>
                <a:path w="2048" h="1044" extrusionOk="0">
                  <a:moveTo>
                    <a:pt x="0" y="1"/>
                  </a:moveTo>
                  <a:lnTo>
                    <a:pt x="0" y="1044"/>
                  </a:lnTo>
                  <a:lnTo>
                    <a:pt x="2048" y="1044"/>
                  </a:lnTo>
                  <a:lnTo>
                    <a:pt x="2048"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3"/>
            <p:cNvSpPr/>
            <p:nvPr/>
          </p:nvSpPr>
          <p:spPr>
            <a:xfrm>
              <a:off x="5095636" y="3310448"/>
              <a:ext cx="66960" cy="34168"/>
            </a:xfrm>
            <a:custGeom>
              <a:avLst/>
              <a:gdLst/>
              <a:ahLst/>
              <a:cxnLst/>
              <a:rect l="l" t="t" r="r" b="b"/>
              <a:pathLst>
                <a:path w="2046" h="1044" extrusionOk="0">
                  <a:moveTo>
                    <a:pt x="1" y="1"/>
                  </a:moveTo>
                  <a:lnTo>
                    <a:pt x="1" y="1044"/>
                  </a:lnTo>
                  <a:lnTo>
                    <a:pt x="2046" y="1044"/>
                  </a:lnTo>
                  <a:lnTo>
                    <a:pt x="2046"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3"/>
            <p:cNvSpPr/>
            <p:nvPr/>
          </p:nvSpPr>
          <p:spPr>
            <a:xfrm>
              <a:off x="5204292" y="3310448"/>
              <a:ext cx="66993" cy="34168"/>
            </a:xfrm>
            <a:custGeom>
              <a:avLst/>
              <a:gdLst/>
              <a:ahLst/>
              <a:cxnLst/>
              <a:rect l="l" t="t" r="r" b="b"/>
              <a:pathLst>
                <a:path w="2047" h="1044" extrusionOk="0">
                  <a:moveTo>
                    <a:pt x="1" y="1"/>
                  </a:moveTo>
                  <a:lnTo>
                    <a:pt x="1" y="1044"/>
                  </a:lnTo>
                  <a:lnTo>
                    <a:pt x="2046" y="1044"/>
                  </a:lnTo>
                  <a:lnTo>
                    <a:pt x="2046"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3"/>
            <p:cNvSpPr/>
            <p:nvPr/>
          </p:nvSpPr>
          <p:spPr>
            <a:xfrm>
              <a:off x="5312980" y="3310448"/>
              <a:ext cx="66960" cy="34168"/>
            </a:xfrm>
            <a:custGeom>
              <a:avLst/>
              <a:gdLst/>
              <a:ahLst/>
              <a:cxnLst/>
              <a:rect l="l" t="t" r="r" b="b"/>
              <a:pathLst>
                <a:path w="2046" h="1044" extrusionOk="0">
                  <a:moveTo>
                    <a:pt x="0" y="1"/>
                  </a:moveTo>
                  <a:lnTo>
                    <a:pt x="0" y="1044"/>
                  </a:lnTo>
                  <a:lnTo>
                    <a:pt x="2046" y="1044"/>
                  </a:lnTo>
                  <a:lnTo>
                    <a:pt x="2046"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3"/>
            <p:cNvSpPr/>
            <p:nvPr/>
          </p:nvSpPr>
          <p:spPr>
            <a:xfrm>
              <a:off x="5421635" y="3310448"/>
              <a:ext cx="66960" cy="34168"/>
            </a:xfrm>
            <a:custGeom>
              <a:avLst/>
              <a:gdLst/>
              <a:ahLst/>
              <a:cxnLst/>
              <a:rect l="l" t="t" r="r" b="b"/>
              <a:pathLst>
                <a:path w="2046" h="1044" extrusionOk="0">
                  <a:moveTo>
                    <a:pt x="1" y="1"/>
                  </a:moveTo>
                  <a:lnTo>
                    <a:pt x="1" y="1044"/>
                  </a:lnTo>
                  <a:lnTo>
                    <a:pt x="2046" y="1044"/>
                  </a:lnTo>
                  <a:lnTo>
                    <a:pt x="2046"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3"/>
            <p:cNvSpPr/>
            <p:nvPr/>
          </p:nvSpPr>
          <p:spPr>
            <a:xfrm>
              <a:off x="5530290" y="3310448"/>
              <a:ext cx="66993" cy="34168"/>
            </a:xfrm>
            <a:custGeom>
              <a:avLst/>
              <a:gdLst/>
              <a:ahLst/>
              <a:cxnLst/>
              <a:rect l="l" t="t" r="r" b="b"/>
              <a:pathLst>
                <a:path w="2047" h="1044" extrusionOk="0">
                  <a:moveTo>
                    <a:pt x="1" y="1"/>
                  </a:moveTo>
                  <a:lnTo>
                    <a:pt x="1" y="1044"/>
                  </a:lnTo>
                  <a:lnTo>
                    <a:pt x="2046" y="1044"/>
                  </a:lnTo>
                  <a:lnTo>
                    <a:pt x="2046"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3"/>
            <p:cNvSpPr/>
            <p:nvPr/>
          </p:nvSpPr>
          <p:spPr>
            <a:xfrm>
              <a:off x="5638913" y="3310448"/>
              <a:ext cx="67026" cy="34168"/>
            </a:xfrm>
            <a:custGeom>
              <a:avLst/>
              <a:gdLst/>
              <a:ahLst/>
              <a:cxnLst/>
              <a:rect l="l" t="t" r="r" b="b"/>
              <a:pathLst>
                <a:path w="2048" h="1044" extrusionOk="0">
                  <a:moveTo>
                    <a:pt x="0" y="1"/>
                  </a:moveTo>
                  <a:lnTo>
                    <a:pt x="0" y="1044"/>
                  </a:lnTo>
                  <a:lnTo>
                    <a:pt x="2048" y="1044"/>
                  </a:lnTo>
                  <a:lnTo>
                    <a:pt x="2048"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3"/>
            <p:cNvSpPr/>
            <p:nvPr/>
          </p:nvSpPr>
          <p:spPr>
            <a:xfrm>
              <a:off x="5747568" y="3310448"/>
              <a:ext cx="67026" cy="34168"/>
            </a:xfrm>
            <a:custGeom>
              <a:avLst/>
              <a:gdLst/>
              <a:ahLst/>
              <a:cxnLst/>
              <a:rect l="l" t="t" r="r" b="b"/>
              <a:pathLst>
                <a:path w="2048" h="1044" extrusionOk="0">
                  <a:moveTo>
                    <a:pt x="0" y="1"/>
                  </a:moveTo>
                  <a:lnTo>
                    <a:pt x="0" y="1044"/>
                  </a:lnTo>
                  <a:lnTo>
                    <a:pt x="2048" y="1044"/>
                  </a:lnTo>
                  <a:lnTo>
                    <a:pt x="2048"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3"/>
            <p:cNvSpPr/>
            <p:nvPr/>
          </p:nvSpPr>
          <p:spPr>
            <a:xfrm>
              <a:off x="5039018" y="3360619"/>
              <a:ext cx="67059" cy="34168"/>
            </a:xfrm>
            <a:custGeom>
              <a:avLst/>
              <a:gdLst/>
              <a:ahLst/>
              <a:cxnLst/>
              <a:rect l="l" t="t" r="r" b="b"/>
              <a:pathLst>
                <a:path w="2049" h="1044" extrusionOk="0">
                  <a:moveTo>
                    <a:pt x="1" y="0"/>
                  </a:moveTo>
                  <a:lnTo>
                    <a:pt x="1" y="1043"/>
                  </a:lnTo>
                  <a:lnTo>
                    <a:pt x="2048" y="1043"/>
                  </a:lnTo>
                  <a:lnTo>
                    <a:pt x="2048"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3"/>
            <p:cNvSpPr/>
            <p:nvPr/>
          </p:nvSpPr>
          <p:spPr>
            <a:xfrm>
              <a:off x="5147673" y="3360619"/>
              <a:ext cx="67059" cy="34168"/>
            </a:xfrm>
            <a:custGeom>
              <a:avLst/>
              <a:gdLst/>
              <a:ahLst/>
              <a:cxnLst/>
              <a:rect l="l" t="t" r="r" b="b"/>
              <a:pathLst>
                <a:path w="2049" h="1044" extrusionOk="0">
                  <a:moveTo>
                    <a:pt x="1" y="0"/>
                  </a:moveTo>
                  <a:lnTo>
                    <a:pt x="1" y="1043"/>
                  </a:lnTo>
                  <a:lnTo>
                    <a:pt x="2049" y="1043"/>
                  </a:lnTo>
                  <a:lnTo>
                    <a:pt x="2049"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3"/>
            <p:cNvSpPr/>
            <p:nvPr/>
          </p:nvSpPr>
          <p:spPr>
            <a:xfrm>
              <a:off x="5256361" y="3360619"/>
              <a:ext cx="66960" cy="34168"/>
            </a:xfrm>
            <a:custGeom>
              <a:avLst/>
              <a:gdLst/>
              <a:ahLst/>
              <a:cxnLst/>
              <a:rect l="l" t="t" r="r" b="b"/>
              <a:pathLst>
                <a:path w="2046" h="1044" extrusionOk="0">
                  <a:moveTo>
                    <a:pt x="0" y="0"/>
                  </a:moveTo>
                  <a:lnTo>
                    <a:pt x="0" y="1043"/>
                  </a:lnTo>
                  <a:lnTo>
                    <a:pt x="2046" y="1043"/>
                  </a:lnTo>
                  <a:lnTo>
                    <a:pt x="2046"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3"/>
            <p:cNvSpPr/>
            <p:nvPr/>
          </p:nvSpPr>
          <p:spPr>
            <a:xfrm>
              <a:off x="5365016" y="3360619"/>
              <a:ext cx="66993" cy="34168"/>
            </a:xfrm>
            <a:custGeom>
              <a:avLst/>
              <a:gdLst/>
              <a:ahLst/>
              <a:cxnLst/>
              <a:rect l="l" t="t" r="r" b="b"/>
              <a:pathLst>
                <a:path w="2047" h="1044" extrusionOk="0">
                  <a:moveTo>
                    <a:pt x="1" y="0"/>
                  </a:moveTo>
                  <a:lnTo>
                    <a:pt x="1" y="1043"/>
                  </a:lnTo>
                  <a:lnTo>
                    <a:pt x="2046" y="1043"/>
                  </a:lnTo>
                  <a:lnTo>
                    <a:pt x="2046"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3"/>
            <p:cNvSpPr/>
            <p:nvPr/>
          </p:nvSpPr>
          <p:spPr>
            <a:xfrm>
              <a:off x="5473672" y="3360619"/>
              <a:ext cx="66993" cy="34168"/>
            </a:xfrm>
            <a:custGeom>
              <a:avLst/>
              <a:gdLst/>
              <a:ahLst/>
              <a:cxnLst/>
              <a:rect l="l" t="t" r="r" b="b"/>
              <a:pathLst>
                <a:path w="2047" h="1044" extrusionOk="0">
                  <a:moveTo>
                    <a:pt x="1" y="0"/>
                  </a:moveTo>
                  <a:lnTo>
                    <a:pt x="1" y="1043"/>
                  </a:lnTo>
                  <a:lnTo>
                    <a:pt x="2046" y="1043"/>
                  </a:lnTo>
                  <a:lnTo>
                    <a:pt x="2046"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3"/>
            <p:cNvSpPr/>
            <p:nvPr/>
          </p:nvSpPr>
          <p:spPr>
            <a:xfrm>
              <a:off x="5582360" y="3360619"/>
              <a:ext cx="66960" cy="34168"/>
            </a:xfrm>
            <a:custGeom>
              <a:avLst/>
              <a:gdLst/>
              <a:ahLst/>
              <a:cxnLst/>
              <a:rect l="l" t="t" r="r" b="b"/>
              <a:pathLst>
                <a:path w="2046" h="1044" extrusionOk="0">
                  <a:moveTo>
                    <a:pt x="0" y="0"/>
                  </a:moveTo>
                  <a:lnTo>
                    <a:pt x="0" y="1043"/>
                  </a:lnTo>
                  <a:lnTo>
                    <a:pt x="2046" y="1043"/>
                  </a:lnTo>
                  <a:lnTo>
                    <a:pt x="2046"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3"/>
            <p:cNvSpPr/>
            <p:nvPr/>
          </p:nvSpPr>
          <p:spPr>
            <a:xfrm>
              <a:off x="5691015" y="3360619"/>
              <a:ext cx="66993" cy="34168"/>
            </a:xfrm>
            <a:custGeom>
              <a:avLst/>
              <a:gdLst/>
              <a:ahLst/>
              <a:cxnLst/>
              <a:rect l="l" t="t" r="r" b="b"/>
              <a:pathLst>
                <a:path w="2047" h="1044" extrusionOk="0">
                  <a:moveTo>
                    <a:pt x="1" y="0"/>
                  </a:moveTo>
                  <a:lnTo>
                    <a:pt x="1" y="1043"/>
                  </a:lnTo>
                  <a:lnTo>
                    <a:pt x="2046" y="1043"/>
                  </a:lnTo>
                  <a:lnTo>
                    <a:pt x="2046"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3"/>
            <p:cNvSpPr/>
            <p:nvPr/>
          </p:nvSpPr>
          <p:spPr>
            <a:xfrm>
              <a:off x="4986981" y="3411674"/>
              <a:ext cx="67026" cy="34102"/>
            </a:xfrm>
            <a:custGeom>
              <a:avLst/>
              <a:gdLst/>
              <a:ahLst/>
              <a:cxnLst/>
              <a:rect l="l" t="t" r="r" b="b"/>
              <a:pathLst>
                <a:path w="2048" h="1042" extrusionOk="0">
                  <a:moveTo>
                    <a:pt x="0" y="1"/>
                  </a:moveTo>
                  <a:lnTo>
                    <a:pt x="0" y="1042"/>
                  </a:lnTo>
                  <a:lnTo>
                    <a:pt x="2048" y="1042"/>
                  </a:lnTo>
                  <a:lnTo>
                    <a:pt x="2048"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3"/>
            <p:cNvSpPr/>
            <p:nvPr/>
          </p:nvSpPr>
          <p:spPr>
            <a:xfrm>
              <a:off x="5095636" y="3411674"/>
              <a:ext cx="66960" cy="34102"/>
            </a:xfrm>
            <a:custGeom>
              <a:avLst/>
              <a:gdLst/>
              <a:ahLst/>
              <a:cxnLst/>
              <a:rect l="l" t="t" r="r" b="b"/>
              <a:pathLst>
                <a:path w="2046" h="1042" extrusionOk="0">
                  <a:moveTo>
                    <a:pt x="1" y="1"/>
                  </a:moveTo>
                  <a:lnTo>
                    <a:pt x="1" y="1042"/>
                  </a:lnTo>
                  <a:lnTo>
                    <a:pt x="2046" y="1042"/>
                  </a:lnTo>
                  <a:lnTo>
                    <a:pt x="2046"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3"/>
            <p:cNvSpPr/>
            <p:nvPr/>
          </p:nvSpPr>
          <p:spPr>
            <a:xfrm>
              <a:off x="5204292" y="3411674"/>
              <a:ext cx="66993" cy="34102"/>
            </a:xfrm>
            <a:custGeom>
              <a:avLst/>
              <a:gdLst/>
              <a:ahLst/>
              <a:cxnLst/>
              <a:rect l="l" t="t" r="r" b="b"/>
              <a:pathLst>
                <a:path w="2047" h="1042" extrusionOk="0">
                  <a:moveTo>
                    <a:pt x="1" y="1"/>
                  </a:moveTo>
                  <a:lnTo>
                    <a:pt x="1" y="1042"/>
                  </a:lnTo>
                  <a:lnTo>
                    <a:pt x="2046" y="1042"/>
                  </a:lnTo>
                  <a:lnTo>
                    <a:pt x="2046"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3"/>
            <p:cNvSpPr/>
            <p:nvPr/>
          </p:nvSpPr>
          <p:spPr>
            <a:xfrm>
              <a:off x="5312980" y="3411674"/>
              <a:ext cx="66960" cy="34102"/>
            </a:xfrm>
            <a:custGeom>
              <a:avLst/>
              <a:gdLst/>
              <a:ahLst/>
              <a:cxnLst/>
              <a:rect l="l" t="t" r="r" b="b"/>
              <a:pathLst>
                <a:path w="2046" h="1042" extrusionOk="0">
                  <a:moveTo>
                    <a:pt x="0" y="1"/>
                  </a:moveTo>
                  <a:lnTo>
                    <a:pt x="0" y="1042"/>
                  </a:lnTo>
                  <a:lnTo>
                    <a:pt x="2046" y="1042"/>
                  </a:lnTo>
                  <a:lnTo>
                    <a:pt x="2046"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3"/>
            <p:cNvSpPr/>
            <p:nvPr/>
          </p:nvSpPr>
          <p:spPr>
            <a:xfrm>
              <a:off x="5421635" y="3411674"/>
              <a:ext cx="66960" cy="34102"/>
            </a:xfrm>
            <a:custGeom>
              <a:avLst/>
              <a:gdLst/>
              <a:ahLst/>
              <a:cxnLst/>
              <a:rect l="l" t="t" r="r" b="b"/>
              <a:pathLst>
                <a:path w="2046" h="1042" extrusionOk="0">
                  <a:moveTo>
                    <a:pt x="1" y="1"/>
                  </a:moveTo>
                  <a:lnTo>
                    <a:pt x="1" y="1042"/>
                  </a:lnTo>
                  <a:lnTo>
                    <a:pt x="2046" y="1042"/>
                  </a:lnTo>
                  <a:lnTo>
                    <a:pt x="2046"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3"/>
            <p:cNvSpPr/>
            <p:nvPr/>
          </p:nvSpPr>
          <p:spPr>
            <a:xfrm>
              <a:off x="5530290" y="3411674"/>
              <a:ext cx="66993" cy="34102"/>
            </a:xfrm>
            <a:custGeom>
              <a:avLst/>
              <a:gdLst/>
              <a:ahLst/>
              <a:cxnLst/>
              <a:rect l="l" t="t" r="r" b="b"/>
              <a:pathLst>
                <a:path w="2047" h="1042" extrusionOk="0">
                  <a:moveTo>
                    <a:pt x="1" y="1"/>
                  </a:moveTo>
                  <a:lnTo>
                    <a:pt x="1" y="1042"/>
                  </a:lnTo>
                  <a:lnTo>
                    <a:pt x="2046" y="1042"/>
                  </a:lnTo>
                  <a:lnTo>
                    <a:pt x="2046"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3"/>
            <p:cNvSpPr/>
            <p:nvPr/>
          </p:nvSpPr>
          <p:spPr>
            <a:xfrm>
              <a:off x="5638913" y="3411674"/>
              <a:ext cx="67026" cy="34102"/>
            </a:xfrm>
            <a:custGeom>
              <a:avLst/>
              <a:gdLst/>
              <a:ahLst/>
              <a:cxnLst/>
              <a:rect l="l" t="t" r="r" b="b"/>
              <a:pathLst>
                <a:path w="2048" h="1042" extrusionOk="0">
                  <a:moveTo>
                    <a:pt x="0" y="1"/>
                  </a:moveTo>
                  <a:lnTo>
                    <a:pt x="0" y="1042"/>
                  </a:lnTo>
                  <a:lnTo>
                    <a:pt x="2048" y="1042"/>
                  </a:lnTo>
                  <a:lnTo>
                    <a:pt x="2048"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3"/>
            <p:cNvSpPr/>
            <p:nvPr/>
          </p:nvSpPr>
          <p:spPr>
            <a:xfrm>
              <a:off x="5747568" y="3411674"/>
              <a:ext cx="67026" cy="34102"/>
            </a:xfrm>
            <a:custGeom>
              <a:avLst/>
              <a:gdLst/>
              <a:ahLst/>
              <a:cxnLst/>
              <a:rect l="l" t="t" r="r" b="b"/>
              <a:pathLst>
                <a:path w="2048" h="1042" extrusionOk="0">
                  <a:moveTo>
                    <a:pt x="0" y="1"/>
                  </a:moveTo>
                  <a:lnTo>
                    <a:pt x="0" y="1042"/>
                  </a:lnTo>
                  <a:lnTo>
                    <a:pt x="2048" y="1042"/>
                  </a:lnTo>
                  <a:lnTo>
                    <a:pt x="2048"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3"/>
            <p:cNvSpPr/>
            <p:nvPr/>
          </p:nvSpPr>
          <p:spPr>
            <a:xfrm>
              <a:off x="5039018" y="3461845"/>
              <a:ext cx="67059" cy="34168"/>
            </a:xfrm>
            <a:custGeom>
              <a:avLst/>
              <a:gdLst/>
              <a:ahLst/>
              <a:cxnLst/>
              <a:rect l="l" t="t" r="r" b="b"/>
              <a:pathLst>
                <a:path w="2049" h="1044" extrusionOk="0">
                  <a:moveTo>
                    <a:pt x="1" y="0"/>
                  </a:moveTo>
                  <a:lnTo>
                    <a:pt x="1" y="1043"/>
                  </a:lnTo>
                  <a:lnTo>
                    <a:pt x="2048" y="1043"/>
                  </a:lnTo>
                  <a:lnTo>
                    <a:pt x="2048"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3"/>
            <p:cNvSpPr/>
            <p:nvPr/>
          </p:nvSpPr>
          <p:spPr>
            <a:xfrm>
              <a:off x="5147673" y="3461845"/>
              <a:ext cx="67059" cy="34168"/>
            </a:xfrm>
            <a:custGeom>
              <a:avLst/>
              <a:gdLst/>
              <a:ahLst/>
              <a:cxnLst/>
              <a:rect l="l" t="t" r="r" b="b"/>
              <a:pathLst>
                <a:path w="2049" h="1044" extrusionOk="0">
                  <a:moveTo>
                    <a:pt x="1" y="0"/>
                  </a:moveTo>
                  <a:lnTo>
                    <a:pt x="1" y="1043"/>
                  </a:lnTo>
                  <a:lnTo>
                    <a:pt x="2049" y="1043"/>
                  </a:lnTo>
                  <a:lnTo>
                    <a:pt x="2049"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3"/>
            <p:cNvSpPr/>
            <p:nvPr/>
          </p:nvSpPr>
          <p:spPr>
            <a:xfrm>
              <a:off x="5256361" y="3461845"/>
              <a:ext cx="66960" cy="34168"/>
            </a:xfrm>
            <a:custGeom>
              <a:avLst/>
              <a:gdLst/>
              <a:ahLst/>
              <a:cxnLst/>
              <a:rect l="l" t="t" r="r" b="b"/>
              <a:pathLst>
                <a:path w="2046" h="1044" extrusionOk="0">
                  <a:moveTo>
                    <a:pt x="0" y="0"/>
                  </a:moveTo>
                  <a:lnTo>
                    <a:pt x="0" y="1043"/>
                  </a:lnTo>
                  <a:lnTo>
                    <a:pt x="2046" y="1043"/>
                  </a:lnTo>
                  <a:lnTo>
                    <a:pt x="2046"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3"/>
            <p:cNvSpPr/>
            <p:nvPr/>
          </p:nvSpPr>
          <p:spPr>
            <a:xfrm>
              <a:off x="5365016" y="3461845"/>
              <a:ext cx="66993" cy="34168"/>
            </a:xfrm>
            <a:custGeom>
              <a:avLst/>
              <a:gdLst/>
              <a:ahLst/>
              <a:cxnLst/>
              <a:rect l="l" t="t" r="r" b="b"/>
              <a:pathLst>
                <a:path w="2047" h="1044" extrusionOk="0">
                  <a:moveTo>
                    <a:pt x="1" y="0"/>
                  </a:moveTo>
                  <a:lnTo>
                    <a:pt x="1" y="1043"/>
                  </a:lnTo>
                  <a:lnTo>
                    <a:pt x="2046" y="1043"/>
                  </a:lnTo>
                  <a:lnTo>
                    <a:pt x="2046"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3"/>
            <p:cNvSpPr/>
            <p:nvPr/>
          </p:nvSpPr>
          <p:spPr>
            <a:xfrm>
              <a:off x="5473672" y="3461845"/>
              <a:ext cx="66993" cy="34168"/>
            </a:xfrm>
            <a:custGeom>
              <a:avLst/>
              <a:gdLst/>
              <a:ahLst/>
              <a:cxnLst/>
              <a:rect l="l" t="t" r="r" b="b"/>
              <a:pathLst>
                <a:path w="2047" h="1044" extrusionOk="0">
                  <a:moveTo>
                    <a:pt x="1" y="0"/>
                  </a:moveTo>
                  <a:lnTo>
                    <a:pt x="1" y="1043"/>
                  </a:lnTo>
                  <a:lnTo>
                    <a:pt x="2046" y="1043"/>
                  </a:lnTo>
                  <a:lnTo>
                    <a:pt x="2046"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3"/>
            <p:cNvSpPr/>
            <p:nvPr/>
          </p:nvSpPr>
          <p:spPr>
            <a:xfrm>
              <a:off x="5582360" y="3461845"/>
              <a:ext cx="66960" cy="34168"/>
            </a:xfrm>
            <a:custGeom>
              <a:avLst/>
              <a:gdLst/>
              <a:ahLst/>
              <a:cxnLst/>
              <a:rect l="l" t="t" r="r" b="b"/>
              <a:pathLst>
                <a:path w="2046" h="1044" extrusionOk="0">
                  <a:moveTo>
                    <a:pt x="0" y="0"/>
                  </a:moveTo>
                  <a:lnTo>
                    <a:pt x="0" y="1043"/>
                  </a:lnTo>
                  <a:lnTo>
                    <a:pt x="2046" y="1043"/>
                  </a:lnTo>
                  <a:lnTo>
                    <a:pt x="2046"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3"/>
            <p:cNvSpPr/>
            <p:nvPr/>
          </p:nvSpPr>
          <p:spPr>
            <a:xfrm>
              <a:off x="5691015" y="3461845"/>
              <a:ext cx="66993" cy="34168"/>
            </a:xfrm>
            <a:custGeom>
              <a:avLst/>
              <a:gdLst/>
              <a:ahLst/>
              <a:cxnLst/>
              <a:rect l="l" t="t" r="r" b="b"/>
              <a:pathLst>
                <a:path w="2047" h="1044" extrusionOk="0">
                  <a:moveTo>
                    <a:pt x="1" y="0"/>
                  </a:moveTo>
                  <a:lnTo>
                    <a:pt x="1" y="1043"/>
                  </a:lnTo>
                  <a:lnTo>
                    <a:pt x="2046" y="1043"/>
                  </a:lnTo>
                  <a:lnTo>
                    <a:pt x="2046"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3"/>
            <p:cNvSpPr/>
            <p:nvPr/>
          </p:nvSpPr>
          <p:spPr>
            <a:xfrm>
              <a:off x="5588545" y="2721811"/>
              <a:ext cx="865151" cy="800253"/>
            </a:xfrm>
            <a:custGeom>
              <a:avLst/>
              <a:gdLst/>
              <a:ahLst/>
              <a:cxnLst/>
              <a:rect l="l" t="t" r="r" b="b"/>
              <a:pathLst>
                <a:path w="26435" h="24452" extrusionOk="0">
                  <a:moveTo>
                    <a:pt x="0" y="1"/>
                  </a:moveTo>
                  <a:lnTo>
                    <a:pt x="0" y="24451"/>
                  </a:lnTo>
                  <a:lnTo>
                    <a:pt x="26434" y="24451"/>
                  </a:lnTo>
                  <a:lnTo>
                    <a:pt x="264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3"/>
            <p:cNvSpPr/>
            <p:nvPr/>
          </p:nvSpPr>
          <p:spPr>
            <a:xfrm>
              <a:off x="5588545" y="2349470"/>
              <a:ext cx="865151" cy="372373"/>
            </a:xfrm>
            <a:custGeom>
              <a:avLst/>
              <a:gdLst/>
              <a:ahLst/>
              <a:cxnLst/>
              <a:rect l="l" t="t" r="r" b="b"/>
              <a:pathLst>
                <a:path w="26435" h="11378" extrusionOk="0">
                  <a:moveTo>
                    <a:pt x="26434" y="0"/>
                  </a:moveTo>
                  <a:lnTo>
                    <a:pt x="0" y="8869"/>
                  </a:lnTo>
                  <a:lnTo>
                    <a:pt x="0" y="11378"/>
                  </a:lnTo>
                  <a:lnTo>
                    <a:pt x="26434" y="11378"/>
                  </a:lnTo>
                  <a:lnTo>
                    <a:pt x="2643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3"/>
            <p:cNvSpPr/>
            <p:nvPr/>
          </p:nvSpPr>
          <p:spPr>
            <a:xfrm>
              <a:off x="5643036" y="2784910"/>
              <a:ext cx="122106" cy="196987"/>
            </a:xfrm>
            <a:custGeom>
              <a:avLst/>
              <a:gdLst/>
              <a:ahLst/>
              <a:cxnLst/>
              <a:rect l="l" t="t" r="r" b="b"/>
              <a:pathLst>
                <a:path w="3731" h="6019" extrusionOk="0">
                  <a:moveTo>
                    <a:pt x="1" y="0"/>
                  </a:moveTo>
                  <a:lnTo>
                    <a:pt x="1" y="6018"/>
                  </a:lnTo>
                  <a:lnTo>
                    <a:pt x="3731" y="6018"/>
                  </a:lnTo>
                  <a:lnTo>
                    <a:pt x="37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3"/>
            <p:cNvSpPr/>
            <p:nvPr/>
          </p:nvSpPr>
          <p:spPr>
            <a:xfrm>
              <a:off x="5667549" y="2820583"/>
              <a:ext cx="73081" cy="125641"/>
            </a:xfrm>
            <a:custGeom>
              <a:avLst/>
              <a:gdLst/>
              <a:ahLst/>
              <a:cxnLst/>
              <a:rect l="l" t="t" r="r" b="b"/>
              <a:pathLst>
                <a:path w="2233" h="3839" extrusionOk="0">
                  <a:moveTo>
                    <a:pt x="1" y="1"/>
                  </a:moveTo>
                  <a:lnTo>
                    <a:pt x="1" y="3838"/>
                  </a:lnTo>
                  <a:lnTo>
                    <a:pt x="2233" y="3838"/>
                  </a:lnTo>
                  <a:lnTo>
                    <a:pt x="2233"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3"/>
            <p:cNvSpPr/>
            <p:nvPr/>
          </p:nvSpPr>
          <p:spPr>
            <a:xfrm>
              <a:off x="5811550" y="2784910"/>
              <a:ext cx="122041" cy="196987"/>
            </a:xfrm>
            <a:custGeom>
              <a:avLst/>
              <a:gdLst/>
              <a:ahLst/>
              <a:cxnLst/>
              <a:rect l="l" t="t" r="r" b="b"/>
              <a:pathLst>
                <a:path w="3729" h="6019" extrusionOk="0">
                  <a:moveTo>
                    <a:pt x="1" y="0"/>
                  </a:moveTo>
                  <a:lnTo>
                    <a:pt x="1" y="6018"/>
                  </a:lnTo>
                  <a:lnTo>
                    <a:pt x="3729" y="6018"/>
                  </a:lnTo>
                  <a:lnTo>
                    <a:pt x="37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3"/>
            <p:cNvSpPr/>
            <p:nvPr/>
          </p:nvSpPr>
          <p:spPr>
            <a:xfrm>
              <a:off x="5835998" y="2820583"/>
              <a:ext cx="73146" cy="125641"/>
            </a:xfrm>
            <a:custGeom>
              <a:avLst/>
              <a:gdLst/>
              <a:ahLst/>
              <a:cxnLst/>
              <a:rect l="l" t="t" r="r" b="b"/>
              <a:pathLst>
                <a:path w="2235" h="3839" extrusionOk="0">
                  <a:moveTo>
                    <a:pt x="1" y="1"/>
                  </a:moveTo>
                  <a:lnTo>
                    <a:pt x="1" y="3838"/>
                  </a:lnTo>
                  <a:lnTo>
                    <a:pt x="2235" y="3838"/>
                  </a:lnTo>
                  <a:lnTo>
                    <a:pt x="2235"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3"/>
            <p:cNvSpPr/>
            <p:nvPr/>
          </p:nvSpPr>
          <p:spPr>
            <a:xfrm>
              <a:off x="5979999" y="2784910"/>
              <a:ext cx="122106" cy="196987"/>
            </a:xfrm>
            <a:custGeom>
              <a:avLst/>
              <a:gdLst/>
              <a:ahLst/>
              <a:cxnLst/>
              <a:rect l="l" t="t" r="r" b="b"/>
              <a:pathLst>
                <a:path w="3731" h="6019" extrusionOk="0">
                  <a:moveTo>
                    <a:pt x="1" y="0"/>
                  </a:moveTo>
                  <a:lnTo>
                    <a:pt x="1" y="6018"/>
                  </a:lnTo>
                  <a:lnTo>
                    <a:pt x="3731" y="6018"/>
                  </a:lnTo>
                  <a:lnTo>
                    <a:pt x="37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3"/>
            <p:cNvSpPr/>
            <p:nvPr/>
          </p:nvSpPr>
          <p:spPr>
            <a:xfrm>
              <a:off x="6004512" y="2820583"/>
              <a:ext cx="73081" cy="125641"/>
            </a:xfrm>
            <a:custGeom>
              <a:avLst/>
              <a:gdLst/>
              <a:ahLst/>
              <a:cxnLst/>
              <a:rect l="l" t="t" r="r" b="b"/>
              <a:pathLst>
                <a:path w="2233" h="3839" extrusionOk="0">
                  <a:moveTo>
                    <a:pt x="1" y="1"/>
                  </a:moveTo>
                  <a:lnTo>
                    <a:pt x="1" y="3838"/>
                  </a:lnTo>
                  <a:lnTo>
                    <a:pt x="2233" y="3838"/>
                  </a:lnTo>
                  <a:lnTo>
                    <a:pt x="2233"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3"/>
            <p:cNvSpPr/>
            <p:nvPr/>
          </p:nvSpPr>
          <p:spPr>
            <a:xfrm>
              <a:off x="5643036" y="3027650"/>
              <a:ext cx="122106" cy="196987"/>
            </a:xfrm>
            <a:custGeom>
              <a:avLst/>
              <a:gdLst/>
              <a:ahLst/>
              <a:cxnLst/>
              <a:rect l="l" t="t" r="r" b="b"/>
              <a:pathLst>
                <a:path w="3731" h="6019" extrusionOk="0">
                  <a:moveTo>
                    <a:pt x="1" y="1"/>
                  </a:moveTo>
                  <a:lnTo>
                    <a:pt x="1" y="6019"/>
                  </a:lnTo>
                  <a:lnTo>
                    <a:pt x="3731" y="6019"/>
                  </a:lnTo>
                  <a:lnTo>
                    <a:pt x="37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3"/>
            <p:cNvSpPr/>
            <p:nvPr/>
          </p:nvSpPr>
          <p:spPr>
            <a:xfrm>
              <a:off x="5667549" y="3063355"/>
              <a:ext cx="73081" cy="125608"/>
            </a:xfrm>
            <a:custGeom>
              <a:avLst/>
              <a:gdLst/>
              <a:ahLst/>
              <a:cxnLst/>
              <a:rect l="l" t="t" r="r" b="b"/>
              <a:pathLst>
                <a:path w="2233" h="3838" extrusionOk="0">
                  <a:moveTo>
                    <a:pt x="1" y="0"/>
                  </a:moveTo>
                  <a:lnTo>
                    <a:pt x="1" y="3838"/>
                  </a:lnTo>
                  <a:lnTo>
                    <a:pt x="2233" y="3838"/>
                  </a:lnTo>
                  <a:lnTo>
                    <a:pt x="2233"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3"/>
            <p:cNvSpPr/>
            <p:nvPr/>
          </p:nvSpPr>
          <p:spPr>
            <a:xfrm>
              <a:off x="5811550" y="3027650"/>
              <a:ext cx="122041" cy="196987"/>
            </a:xfrm>
            <a:custGeom>
              <a:avLst/>
              <a:gdLst/>
              <a:ahLst/>
              <a:cxnLst/>
              <a:rect l="l" t="t" r="r" b="b"/>
              <a:pathLst>
                <a:path w="3729" h="6019" extrusionOk="0">
                  <a:moveTo>
                    <a:pt x="1" y="1"/>
                  </a:moveTo>
                  <a:lnTo>
                    <a:pt x="1" y="6019"/>
                  </a:lnTo>
                  <a:lnTo>
                    <a:pt x="3729" y="6019"/>
                  </a:lnTo>
                  <a:lnTo>
                    <a:pt x="37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3"/>
            <p:cNvSpPr/>
            <p:nvPr/>
          </p:nvSpPr>
          <p:spPr>
            <a:xfrm>
              <a:off x="5835998" y="3063355"/>
              <a:ext cx="73146" cy="125608"/>
            </a:xfrm>
            <a:custGeom>
              <a:avLst/>
              <a:gdLst/>
              <a:ahLst/>
              <a:cxnLst/>
              <a:rect l="l" t="t" r="r" b="b"/>
              <a:pathLst>
                <a:path w="2235" h="3838" extrusionOk="0">
                  <a:moveTo>
                    <a:pt x="1" y="0"/>
                  </a:moveTo>
                  <a:lnTo>
                    <a:pt x="1" y="3838"/>
                  </a:lnTo>
                  <a:lnTo>
                    <a:pt x="2235" y="3838"/>
                  </a:lnTo>
                  <a:lnTo>
                    <a:pt x="2235"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3"/>
            <p:cNvSpPr/>
            <p:nvPr/>
          </p:nvSpPr>
          <p:spPr>
            <a:xfrm>
              <a:off x="5979999" y="3027650"/>
              <a:ext cx="122106" cy="196987"/>
            </a:xfrm>
            <a:custGeom>
              <a:avLst/>
              <a:gdLst/>
              <a:ahLst/>
              <a:cxnLst/>
              <a:rect l="l" t="t" r="r" b="b"/>
              <a:pathLst>
                <a:path w="3731" h="6019" extrusionOk="0">
                  <a:moveTo>
                    <a:pt x="1" y="1"/>
                  </a:moveTo>
                  <a:lnTo>
                    <a:pt x="1" y="6019"/>
                  </a:lnTo>
                  <a:lnTo>
                    <a:pt x="3731" y="6019"/>
                  </a:lnTo>
                  <a:lnTo>
                    <a:pt x="37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3"/>
            <p:cNvSpPr/>
            <p:nvPr/>
          </p:nvSpPr>
          <p:spPr>
            <a:xfrm>
              <a:off x="6004512" y="3063355"/>
              <a:ext cx="73081" cy="125608"/>
            </a:xfrm>
            <a:custGeom>
              <a:avLst/>
              <a:gdLst/>
              <a:ahLst/>
              <a:cxnLst/>
              <a:rect l="l" t="t" r="r" b="b"/>
              <a:pathLst>
                <a:path w="2233" h="3838" extrusionOk="0">
                  <a:moveTo>
                    <a:pt x="1" y="0"/>
                  </a:moveTo>
                  <a:lnTo>
                    <a:pt x="1" y="3838"/>
                  </a:lnTo>
                  <a:lnTo>
                    <a:pt x="2233" y="3838"/>
                  </a:lnTo>
                  <a:lnTo>
                    <a:pt x="2233"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3"/>
            <p:cNvSpPr/>
            <p:nvPr/>
          </p:nvSpPr>
          <p:spPr>
            <a:xfrm>
              <a:off x="5588545" y="3282630"/>
              <a:ext cx="865151" cy="239434"/>
            </a:xfrm>
            <a:custGeom>
              <a:avLst/>
              <a:gdLst/>
              <a:ahLst/>
              <a:cxnLst/>
              <a:rect l="l" t="t" r="r" b="b"/>
              <a:pathLst>
                <a:path w="26435" h="7316" extrusionOk="0">
                  <a:moveTo>
                    <a:pt x="0" y="1"/>
                  </a:moveTo>
                  <a:lnTo>
                    <a:pt x="0" y="7315"/>
                  </a:lnTo>
                  <a:lnTo>
                    <a:pt x="26434" y="7315"/>
                  </a:lnTo>
                  <a:lnTo>
                    <a:pt x="264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3"/>
            <p:cNvSpPr/>
            <p:nvPr/>
          </p:nvSpPr>
          <p:spPr>
            <a:xfrm>
              <a:off x="5609622" y="3310448"/>
              <a:ext cx="66960" cy="34168"/>
            </a:xfrm>
            <a:custGeom>
              <a:avLst/>
              <a:gdLst/>
              <a:ahLst/>
              <a:cxnLst/>
              <a:rect l="l" t="t" r="r" b="b"/>
              <a:pathLst>
                <a:path w="2046" h="1044" extrusionOk="0">
                  <a:moveTo>
                    <a:pt x="0" y="1"/>
                  </a:moveTo>
                  <a:lnTo>
                    <a:pt x="0" y="1044"/>
                  </a:lnTo>
                  <a:lnTo>
                    <a:pt x="2045" y="1044"/>
                  </a:lnTo>
                  <a:lnTo>
                    <a:pt x="2045"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3"/>
            <p:cNvSpPr/>
            <p:nvPr/>
          </p:nvSpPr>
          <p:spPr>
            <a:xfrm>
              <a:off x="5718212" y="3310448"/>
              <a:ext cx="67026" cy="34168"/>
            </a:xfrm>
            <a:custGeom>
              <a:avLst/>
              <a:gdLst/>
              <a:ahLst/>
              <a:cxnLst/>
              <a:rect l="l" t="t" r="r" b="b"/>
              <a:pathLst>
                <a:path w="2048" h="1044" extrusionOk="0">
                  <a:moveTo>
                    <a:pt x="0" y="1"/>
                  </a:moveTo>
                  <a:lnTo>
                    <a:pt x="0" y="1044"/>
                  </a:lnTo>
                  <a:lnTo>
                    <a:pt x="2048" y="1044"/>
                  </a:lnTo>
                  <a:lnTo>
                    <a:pt x="2048"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3"/>
            <p:cNvSpPr/>
            <p:nvPr/>
          </p:nvSpPr>
          <p:spPr>
            <a:xfrm>
              <a:off x="5826867" y="3310448"/>
              <a:ext cx="67059" cy="34168"/>
            </a:xfrm>
            <a:custGeom>
              <a:avLst/>
              <a:gdLst/>
              <a:ahLst/>
              <a:cxnLst/>
              <a:rect l="l" t="t" r="r" b="b"/>
              <a:pathLst>
                <a:path w="2049" h="1044" extrusionOk="0">
                  <a:moveTo>
                    <a:pt x="1" y="1"/>
                  </a:moveTo>
                  <a:lnTo>
                    <a:pt x="1" y="1044"/>
                  </a:lnTo>
                  <a:lnTo>
                    <a:pt x="2048" y="1044"/>
                  </a:lnTo>
                  <a:lnTo>
                    <a:pt x="2048"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3"/>
            <p:cNvSpPr/>
            <p:nvPr/>
          </p:nvSpPr>
          <p:spPr>
            <a:xfrm>
              <a:off x="5935522" y="3310448"/>
              <a:ext cx="66993" cy="34168"/>
            </a:xfrm>
            <a:custGeom>
              <a:avLst/>
              <a:gdLst/>
              <a:ahLst/>
              <a:cxnLst/>
              <a:rect l="l" t="t" r="r" b="b"/>
              <a:pathLst>
                <a:path w="2047" h="1044" extrusionOk="0">
                  <a:moveTo>
                    <a:pt x="1" y="1"/>
                  </a:moveTo>
                  <a:lnTo>
                    <a:pt x="1" y="1044"/>
                  </a:lnTo>
                  <a:lnTo>
                    <a:pt x="2046" y="1044"/>
                  </a:lnTo>
                  <a:lnTo>
                    <a:pt x="2046"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3"/>
            <p:cNvSpPr/>
            <p:nvPr/>
          </p:nvSpPr>
          <p:spPr>
            <a:xfrm>
              <a:off x="6044210" y="3310448"/>
              <a:ext cx="66960" cy="34168"/>
            </a:xfrm>
            <a:custGeom>
              <a:avLst/>
              <a:gdLst/>
              <a:ahLst/>
              <a:cxnLst/>
              <a:rect l="l" t="t" r="r" b="b"/>
              <a:pathLst>
                <a:path w="2046" h="1044" extrusionOk="0">
                  <a:moveTo>
                    <a:pt x="0" y="1"/>
                  </a:moveTo>
                  <a:lnTo>
                    <a:pt x="0" y="1044"/>
                  </a:lnTo>
                  <a:lnTo>
                    <a:pt x="2046" y="1044"/>
                  </a:lnTo>
                  <a:lnTo>
                    <a:pt x="2046"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3"/>
            <p:cNvSpPr/>
            <p:nvPr/>
          </p:nvSpPr>
          <p:spPr>
            <a:xfrm>
              <a:off x="6152865" y="3310448"/>
              <a:ext cx="66960" cy="34168"/>
            </a:xfrm>
            <a:custGeom>
              <a:avLst/>
              <a:gdLst/>
              <a:ahLst/>
              <a:cxnLst/>
              <a:rect l="l" t="t" r="r" b="b"/>
              <a:pathLst>
                <a:path w="2046" h="1044" extrusionOk="0">
                  <a:moveTo>
                    <a:pt x="1" y="1"/>
                  </a:moveTo>
                  <a:lnTo>
                    <a:pt x="1" y="1044"/>
                  </a:lnTo>
                  <a:lnTo>
                    <a:pt x="2046" y="1044"/>
                  </a:lnTo>
                  <a:lnTo>
                    <a:pt x="2046"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3"/>
            <p:cNvSpPr/>
            <p:nvPr/>
          </p:nvSpPr>
          <p:spPr>
            <a:xfrm>
              <a:off x="6261521" y="3310448"/>
              <a:ext cx="66993" cy="34168"/>
            </a:xfrm>
            <a:custGeom>
              <a:avLst/>
              <a:gdLst/>
              <a:ahLst/>
              <a:cxnLst/>
              <a:rect l="l" t="t" r="r" b="b"/>
              <a:pathLst>
                <a:path w="2047" h="1044" extrusionOk="0">
                  <a:moveTo>
                    <a:pt x="1" y="1"/>
                  </a:moveTo>
                  <a:lnTo>
                    <a:pt x="1" y="1044"/>
                  </a:lnTo>
                  <a:lnTo>
                    <a:pt x="2046" y="1044"/>
                  </a:lnTo>
                  <a:lnTo>
                    <a:pt x="2046"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3"/>
            <p:cNvSpPr/>
            <p:nvPr/>
          </p:nvSpPr>
          <p:spPr>
            <a:xfrm>
              <a:off x="6370209" y="3310448"/>
              <a:ext cx="66960" cy="34168"/>
            </a:xfrm>
            <a:custGeom>
              <a:avLst/>
              <a:gdLst/>
              <a:ahLst/>
              <a:cxnLst/>
              <a:rect l="l" t="t" r="r" b="b"/>
              <a:pathLst>
                <a:path w="2046" h="1044" extrusionOk="0">
                  <a:moveTo>
                    <a:pt x="0" y="1"/>
                  </a:moveTo>
                  <a:lnTo>
                    <a:pt x="0" y="1044"/>
                  </a:lnTo>
                  <a:lnTo>
                    <a:pt x="2046" y="1044"/>
                  </a:lnTo>
                  <a:lnTo>
                    <a:pt x="2046"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3"/>
            <p:cNvSpPr/>
            <p:nvPr/>
          </p:nvSpPr>
          <p:spPr>
            <a:xfrm>
              <a:off x="5661658" y="3360619"/>
              <a:ext cx="66960" cy="34168"/>
            </a:xfrm>
            <a:custGeom>
              <a:avLst/>
              <a:gdLst/>
              <a:ahLst/>
              <a:cxnLst/>
              <a:rect l="l" t="t" r="r" b="b"/>
              <a:pathLst>
                <a:path w="2046" h="1044" extrusionOk="0">
                  <a:moveTo>
                    <a:pt x="0" y="0"/>
                  </a:moveTo>
                  <a:lnTo>
                    <a:pt x="0" y="1043"/>
                  </a:lnTo>
                  <a:lnTo>
                    <a:pt x="2046" y="1043"/>
                  </a:lnTo>
                  <a:lnTo>
                    <a:pt x="2046"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3"/>
            <p:cNvSpPr/>
            <p:nvPr/>
          </p:nvSpPr>
          <p:spPr>
            <a:xfrm>
              <a:off x="5770314" y="3360619"/>
              <a:ext cx="66993" cy="34168"/>
            </a:xfrm>
            <a:custGeom>
              <a:avLst/>
              <a:gdLst/>
              <a:ahLst/>
              <a:cxnLst/>
              <a:rect l="l" t="t" r="r" b="b"/>
              <a:pathLst>
                <a:path w="2047" h="1044" extrusionOk="0">
                  <a:moveTo>
                    <a:pt x="1" y="0"/>
                  </a:moveTo>
                  <a:lnTo>
                    <a:pt x="1" y="1043"/>
                  </a:lnTo>
                  <a:lnTo>
                    <a:pt x="2046" y="1043"/>
                  </a:lnTo>
                  <a:lnTo>
                    <a:pt x="2046"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3"/>
            <p:cNvSpPr/>
            <p:nvPr/>
          </p:nvSpPr>
          <p:spPr>
            <a:xfrm>
              <a:off x="5878904" y="3360619"/>
              <a:ext cx="67059" cy="34168"/>
            </a:xfrm>
            <a:custGeom>
              <a:avLst/>
              <a:gdLst/>
              <a:ahLst/>
              <a:cxnLst/>
              <a:rect l="l" t="t" r="r" b="b"/>
              <a:pathLst>
                <a:path w="2049" h="1044" extrusionOk="0">
                  <a:moveTo>
                    <a:pt x="1" y="0"/>
                  </a:moveTo>
                  <a:lnTo>
                    <a:pt x="1" y="1043"/>
                  </a:lnTo>
                  <a:lnTo>
                    <a:pt x="2049" y="1043"/>
                  </a:lnTo>
                  <a:lnTo>
                    <a:pt x="2049"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3"/>
            <p:cNvSpPr/>
            <p:nvPr/>
          </p:nvSpPr>
          <p:spPr>
            <a:xfrm>
              <a:off x="5987592" y="3360619"/>
              <a:ext cx="67026" cy="34168"/>
            </a:xfrm>
            <a:custGeom>
              <a:avLst/>
              <a:gdLst/>
              <a:ahLst/>
              <a:cxnLst/>
              <a:rect l="l" t="t" r="r" b="b"/>
              <a:pathLst>
                <a:path w="2048" h="1044" extrusionOk="0">
                  <a:moveTo>
                    <a:pt x="0" y="0"/>
                  </a:moveTo>
                  <a:lnTo>
                    <a:pt x="0" y="1043"/>
                  </a:lnTo>
                  <a:lnTo>
                    <a:pt x="2048" y="1043"/>
                  </a:lnTo>
                  <a:lnTo>
                    <a:pt x="2048"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3"/>
            <p:cNvSpPr/>
            <p:nvPr/>
          </p:nvSpPr>
          <p:spPr>
            <a:xfrm>
              <a:off x="6096247" y="3360619"/>
              <a:ext cx="66993" cy="34168"/>
            </a:xfrm>
            <a:custGeom>
              <a:avLst/>
              <a:gdLst/>
              <a:ahLst/>
              <a:cxnLst/>
              <a:rect l="l" t="t" r="r" b="b"/>
              <a:pathLst>
                <a:path w="2047" h="1044" extrusionOk="0">
                  <a:moveTo>
                    <a:pt x="1" y="0"/>
                  </a:moveTo>
                  <a:lnTo>
                    <a:pt x="1" y="1043"/>
                  </a:lnTo>
                  <a:lnTo>
                    <a:pt x="2046" y="1043"/>
                  </a:lnTo>
                  <a:lnTo>
                    <a:pt x="2046"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3"/>
            <p:cNvSpPr/>
            <p:nvPr/>
          </p:nvSpPr>
          <p:spPr>
            <a:xfrm>
              <a:off x="6204902" y="3360619"/>
              <a:ext cx="66993" cy="34168"/>
            </a:xfrm>
            <a:custGeom>
              <a:avLst/>
              <a:gdLst/>
              <a:ahLst/>
              <a:cxnLst/>
              <a:rect l="l" t="t" r="r" b="b"/>
              <a:pathLst>
                <a:path w="2047" h="1044" extrusionOk="0">
                  <a:moveTo>
                    <a:pt x="1" y="0"/>
                  </a:moveTo>
                  <a:lnTo>
                    <a:pt x="1" y="1043"/>
                  </a:lnTo>
                  <a:lnTo>
                    <a:pt x="2046" y="1043"/>
                  </a:lnTo>
                  <a:lnTo>
                    <a:pt x="2046"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3"/>
            <p:cNvSpPr/>
            <p:nvPr/>
          </p:nvSpPr>
          <p:spPr>
            <a:xfrm>
              <a:off x="6313590" y="3360619"/>
              <a:ext cx="66960" cy="34168"/>
            </a:xfrm>
            <a:custGeom>
              <a:avLst/>
              <a:gdLst/>
              <a:ahLst/>
              <a:cxnLst/>
              <a:rect l="l" t="t" r="r" b="b"/>
              <a:pathLst>
                <a:path w="2046" h="1044" extrusionOk="0">
                  <a:moveTo>
                    <a:pt x="0" y="0"/>
                  </a:moveTo>
                  <a:lnTo>
                    <a:pt x="0" y="1043"/>
                  </a:lnTo>
                  <a:lnTo>
                    <a:pt x="2046" y="1043"/>
                  </a:lnTo>
                  <a:lnTo>
                    <a:pt x="2046"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3"/>
            <p:cNvSpPr/>
            <p:nvPr/>
          </p:nvSpPr>
          <p:spPr>
            <a:xfrm>
              <a:off x="5609622" y="3411674"/>
              <a:ext cx="66960" cy="34102"/>
            </a:xfrm>
            <a:custGeom>
              <a:avLst/>
              <a:gdLst/>
              <a:ahLst/>
              <a:cxnLst/>
              <a:rect l="l" t="t" r="r" b="b"/>
              <a:pathLst>
                <a:path w="2046" h="1042" extrusionOk="0">
                  <a:moveTo>
                    <a:pt x="0" y="1"/>
                  </a:moveTo>
                  <a:lnTo>
                    <a:pt x="0" y="1042"/>
                  </a:lnTo>
                  <a:lnTo>
                    <a:pt x="2045" y="1042"/>
                  </a:lnTo>
                  <a:lnTo>
                    <a:pt x="2045"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3"/>
            <p:cNvSpPr/>
            <p:nvPr/>
          </p:nvSpPr>
          <p:spPr>
            <a:xfrm>
              <a:off x="5718212" y="3411674"/>
              <a:ext cx="67026" cy="34102"/>
            </a:xfrm>
            <a:custGeom>
              <a:avLst/>
              <a:gdLst/>
              <a:ahLst/>
              <a:cxnLst/>
              <a:rect l="l" t="t" r="r" b="b"/>
              <a:pathLst>
                <a:path w="2048" h="1042" extrusionOk="0">
                  <a:moveTo>
                    <a:pt x="0" y="1"/>
                  </a:moveTo>
                  <a:lnTo>
                    <a:pt x="0" y="1042"/>
                  </a:lnTo>
                  <a:lnTo>
                    <a:pt x="2048" y="1042"/>
                  </a:lnTo>
                  <a:lnTo>
                    <a:pt x="2048"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3"/>
            <p:cNvSpPr/>
            <p:nvPr/>
          </p:nvSpPr>
          <p:spPr>
            <a:xfrm>
              <a:off x="5826867" y="3411674"/>
              <a:ext cx="67059" cy="34102"/>
            </a:xfrm>
            <a:custGeom>
              <a:avLst/>
              <a:gdLst/>
              <a:ahLst/>
              <a:cxnLst/>
              <a:rect l="l" t="t" r="r" b="b"/>
              <a:pathLst>
                <a:path w="2049" h="1042" extrusionOk="0">
                  <a:moveTo>
                    <a:pt x="1" y="1"/>
                  </a:moveTo>
                  <a:lnTo>
                    <a:pt x="1" y="1042"/>
                  </a:lnTo>
                  <a:lnTo>
                    <a:pt x="2048" y="1042"/>
                  </a:lnTo>
                  <a:lnTo>
                    <a:pt x="2048"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3"/>
            <p:cNvSpPr/>
            <p:nvPr/>
          </p:nvSpPr>
          <p:spPr>
            <a:xfrm>
              <a:off x="5935522" y="3411674"/>
              <a:ext cx="66993" cy="34102"/>
            </a:xfrm>
            <a:custGeom>
              <a:avLst/>
              <a:gdLst/>
              <a:ahLst/>
              <a:cxnLst/>
              <a:rect l="l" t="t" r="r" b="b"/>
              <a:pathLst>
                <a:path w="2047" h="1042" extrusionOk="0">
                  <a:moveTo>
                    <a:pt x="1" y="1"/>
                  </a:moveTo>
                  <a:lnTo>
                    <a:pt x="1" y="1042"/>
                  </a:lnTo>
                  <a:lnTo>
                    <a:pt x="2046" y="1042"/>
                  </a:lnTo>
                  <a:lnTo>
                    <a:pt x="2046"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3"/>
            <p:cNvSpPr/>
            <p:nvPr/>
          </p:nvSpPr>
          <p:spPr>
            <a:xfrm>
              <a:off x="6044210" y="3411674"/>
              <a:ext cx="66960" cy="34102"/>
            </a:xfrm>
            <a:custGeom>
              <a:avLst/>
              <a:gdLst/>
              <a:ahLst/>
              <a:cxnLst/>
              <a:rect l="l" t="t" r="r" b="b"/>
              <a:pathLst>
                <a:path w="2046" h="1042" extrusionOk="0">
                  <a:moveTo>
                    <a:pt x="0" y="1"/>
                  </a:moveTo>
                  <a:lnTo>
                    <a:pt x="0" y="1042"/>
                  </a:lnTo>
                  <a:lnTo>
                    <a:pt x="2046" y="1042"/>
                  </a:lnTo>
                  <a:lnTo>
                    <a:pt x="2046"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3"/>
            <p:cNvSpPr/>
            <p:nvPr/>
          </p:nvSpPr>
          <p:spPr>
            <a:xfrm>
              <a:off x="6152865" y="3411674"/>
              <a:ext cx="66960" cy="34102"/>
            </a:xfrm>
            <a:custGeom>
              <a:avLst/>
              <a:gdLst/>
              <a:ahLst/>
              <a:cxnLst/>
              <a:rect l="l" t="t" r="r" b="b"/>
              <a:pathLst>
                <a:path w="2046" h="1042" extrusionOk="0">
                  <a:moveTo>
                    <a:pt x="1" y="1"/>
                  </a:moveTo>
                  <a:lnTo>
                    <a:pt x="1" y="1042"/>
                  </a:lnTo>
                  <a:lnTo>
                    <a:pt x="2046" y="1042"/>
                  </a:lnTo>
                  <a:lnTo>
                    <a:pt x="2046"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3"/>
            <p:cNvSpPr/>
            <p:nvPr/>
          </p:nvSpPr>
          <p:spPr>
            <a:xfrm>
              <a:off x="6261521" y="3411674"/>
              <a:ext cx="66993" cy="34102"/>
            </a:xfrm>
            <a:custGeom>
              <a:avLst/>
              <a:gdLst/>
              <a:ahLst/>
              <a:cxnLst/>
              <a:rect l="l" t="t" r="r" b="b"/>
              <a:pathLst>
                <a:path w="2047" h="1042" extrusionOk="0">
                  <a:moveTo>
                    <a:pt x="1" y="1"/>
                  </a:moveTo>
                  <a:lnTo>
                    <a:pt x="1" y="1042"/>
                  </a:lnTo>
                  <a:lnTo>
                    <a:pt x="2046" y="1042"/>
                  </a:lnTo>
                  <a:lnTo>
                    <a:pt x="2046"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3"/>
            <p:cNvSpPr/>
            <p:nvPr/>
          </p:nvSpPr>
          <p:spPr>
            <a:xfrm>
              <a:off x="6370209" y="3411674"/>
              <a:ext cx="66960" cy="34102"/>
            </a:xfrm>
            <a:custGeom>
              <a:avLst/>
              <a:gdLst/>
              <a:ahLst/>
              <a:cxnLst/>
              <a:rect l="l" t="t" r="r" b="b"/>
              <a:pathLst>
                <a:path w="2046" h="1042" extrusionOk="0">
                  <a:moveTo>
                    <a:pt x="0" y="1"/>
                  </a:moveTo>
                  <a:lnTo>
                    <a:pt x="0" y="1042"/>
                  </a:lnTo>
                  <a:lnTo>
                    <a:pt x="2046" y="1042"/>
                  </a:lnTo>
                  <a:lnTo>
                    <a:pt x="2046" y="1"/>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3"/>
            <p:cNvSpPr/>
            <p:nvPr/>
          </p:nvSpPr>
          <p:spPr>
            <a:xfrm>
              <a:off x="5661658" y="3461845"/>
              <a:ext cx="66960" cy="34168"/>
            </a:xfrm>
            <a:custGeom>
              <a:avLst/>
              <a:gdLst/>
              <a:ahLst/>
              <a:cxnLst/>
              <a:rect l="l" t="t" r="r" b="b"/>
              <a:pathLst>
                <a:path w="2046" h="1044" extrusionOk="0">
                  <a:moveTo>
                    <a:pt x="0" y="0"/>
                  </a:moveTo>
                  <a:lnTo>
                    <a:pt x="0" y="1043"/>
                  </a:lnTo>
                  <a:lnTo>
                    <a:pt x="2046" y="1043"/>
                  </a:lnTo>
                  <a:lnTo>
                    <a:pt x="2046"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3"/>
            <p:cNvSpPr/>
            <p:nvPr/>
          </p:nvSpPr>
          <p:spPr>
            <a:xfrm>
              <a:off x="5770314" y="3461845"/>
              <a:ext cx="66993" cy="34168"/>
            </a:xfrm>
            <a:custGeom>
              <a:avLst/>
              <a:gdLst/>
              <a:ahLst/>
              <a:cxnLst/>
              <a:rect l="l" t="t" r="r" b="b"/>
              <a:pathLst>
                <a:path w="2047" h="1044" extrusionOk="0">
                  <a:moveTo>
                    <a:pt x="1" y="0"/>
                  </a:moveTo>
                  <a:lnTo>
                    <a:pt x="1" y="1043"/>
                  </a:lnTo>
                  <a:lnTo>
                    <a:pt x="2046" y="1043"/>
                  </a:lnTo>
                  <a:lnTo>
                    <a:pt x="2046"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3"/>
            <p:cNvSpPr/>
            <p:nvPr/>
          </p:nvSpPr>
          <p:spPr>
            <a:xfrm>
              <a:off x="5878904" y="3461845"/>
              <a:ext cx="67059" cy="34168"/>
            </a:xfrm>
            <a:custGeom>
              <a:avLst/>
              <a:gdLst/>
              <a:ahLst/>
              <a:cxnLst/>
              <a:rect l="l" t="t" r="r" b="b"/>
              <a:pathLst>
                <a:path w="2049" h="1044" extrusionOk="0">
                  <a:moveTo>
                    <a:pt x="1" y="0"/>
                  </a:moveTo>
                  <a:lnTo>
                    <a:pt x="1" y="1043"/>
                  </a:lnTo>
                  <a:lnTo>
                    <a:pt x="2049" y="1043"/>
                  </a:lnTo>
                  <a:lnTo>
                    <a:pt x="2049"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3"/>
            <p:cNvSpPr/>
            <p:nvPr/>
          </p:nvSpPr>
          <p:spPr>
            <a:xfrm>
              <a:off x="5987592" y="3461845"/>
              <a:ext cx="67026" cy="34168"/>
            </a:xfrm>
            <a:custGeom>
              <a:avLst/>
              <a:gdLst/>
              <a:ahLst/>
              <a:cxnLst/>
              <a:rect l="l" t="t" r="r" b="b"/>
              <a:pathLst>
                <a:path w="2048" h="1044" extrusionOk="0">
                  <a:moveTo>
                    <a:pt x="0" y="0"/>
                  </a:moveTo>
                  <a:lnTo>
                    <a:pt x="0" y="1043"/>
                  </a:lnTo>
                  <a:lnTo>
                    <a:pt x="2048" y="1043"/>
                  </a:lnTo>
                  <a:lnTo>
                    <a:pt x="2048"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3"/>
            <p:cNvSpPr/>
            <p:nvPr/>
          </p:nvSpPr>
          <p:spPr>
            <a:xfrm>
              <a:off x="6096247" y="3461845"/>
              <a:ext cx="66993" cy="34168"/>
            </a:xfrm>
            <a:custGeom>
              <a:avLst/>
              <a:gdLst/>
              <a:ahLst/>
              <a:cxnLst/>
              <a:rect l="l" t="t" r="r" b="b"/>
              <a:pathLst>
                <a:path w="2047" h="1044" extrusionOk="0">
                  <a:moveTo>
                    <a:pt x="1" y="0"/>
                  </a:moveTo>
                  <a:lnTo>
                    <a:pt x="1" y="1043"/>
                  </a:lnTo>
                  <a:lnTo>
                    <a:pt x="2046" y="1043"/>
                  </a:lnTo>
                  <a:lnTo>
                    <a:pt x="2046"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3"/>
            <p:cNvSpPr/>
            <p:nvPr/>
          </p:nvSpPr>
          <p:spPr>
            <a:xfrm>
              <a:off x="6204902" y="3461845"/>
              <a:ext cx="66993" cy="34168"/>
            </a:xfrm>
            <a:custGeom>
              <a:avLst/>
              <a:gdLst/>
              <a:ahLst/>
              <a:cxnLst/>
              <a:rect l="l" t="t" r="r" b="b"/>
              <a:pathLst>
                <a:path w="2047" h="1044" extrusionOk="0">
                  <a:moveTo>
                    <a:pt x="1" y="0"/>
                  </a:moveTo>
                  <a:lnTo>
                    <a:pt x="1" y="1043"/>
                  </a:lnTo>
                  <a:lnTo>
                    <a:pt x="2046" y="1043"/>
                  </a:lnTo>
                  <a:lnTo>
                    <a:pt x="2046"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3"/>
            <p:cNvSpPr/>
            <p:nvPr/>
          </p:nvSpPr>
          <p:spPr>
            <a:xfrm>
              <a:off x="6313590" y="3461845"/>
              <a:ext cx="66960" cy="34168"/>
            </a:xfrm>
            <a:custGeom>
              <a:avLst/>
              <a:gdLst/>
              <a:ahLst/>
              <a:cxnLst/>
              <a:rect l="l" t="t" r="r" b="b"/>
              <a:pathLst>
                <a:path w="2046" h="1044" extrusionOk="0">
                  <a:moveTo>
                    <a:pt x="0" y="0"/>
                  </a:moveTo>
                  <a:lnTo>
                    <a:pt x="0" y="1043"/>
                  </a:lnTo>
                  <a:lnTo>
                    <a:pt x="2046" y="1043"/>
                  </a:lnTo>
                  <a:lnTo>
                    <a:pt x="2046" y="0"/>
                  </a:ln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3"/>
            <p:cNvSpPr/>
            <p:nvPr/>
          </p:nvSpPr>
          <p:spPr>
            <a:xfrm>
              <a:off x="6163207" y="2830925"/>
              <a:ext cx="240449" cy="20455"/>
            </a:xfrm>
            <a:custGeom>
              <a:avLst/>
              <a:gdLst/>
              <a:ahLst/>
              <a:cxnLst/>
              <a:rect l="l" t="t" r="r" b="b"/>
              <a:pathLst>
                <a:path w="7347" h="625" extrusionOk="0">
                  <a:moveTo>
                    <a:pt x="313" y="0"/>
                  </a:moveTo>
                  <a:cubicBezTo>
                    <a:pt x="142" y="0"/>
                    <a:pt x="0" y="140"/>
                    <a:pt x="0" y="313"/>
                  </a:cubicBezTo>
                  <a:cubicBezTo>
                    <a:pt x="0" y="485"/>
                    <a:pt x="142" y="625"/>
                    <a:pt x="313" y="625"/>
                  </a:cubicBezTo>
                  <a:lnTo>
                    <a:pt x="7036" y="625"/>
                  </a:lnTo>
                  <a:cubicBezTo>
                    <a:pt x="7207" y="625"/>
                    <a:pt x="7347" y="485"/>
                    <a:pt x="7347" y="313"/>
                  </a:cubicBezTo>
                  <a:cubicBezTo>
                    <a:pt x="7347" y="140"/>
                    <a:pt x="7207" y="0"/>
                    <a:pt x="70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3"/>
            <p:cNvSpPr/>
            <p:nvPr/>
          </p:nvSpPr>
          <p:spPr>
            <a:xfrm>
              <a:off x="6163207" y="2910551"/>
              <a:ext cx="240449" cy="20422"/>
            </a:xfrm>
            <a:custGeom>
              <a:avLst/>
              <a:gdLst/>
              <a:ahLst/>
              <a:cxnLst/>
              <a:rect l="l" t="t" r="r" b="b"/>
              <a:pathLst>
                <a:path w="7347" h="624" extrusionOk="0">
                  <a:moveTo>
                    <a:pt x="313" y="1"/>
                  </a:moveTo>
                  <a:cubicBezTo>
                    <a:pt x="142" y="1"/>
                    <a:pt x="0" y="140"/>
                    <a:pt x="0" y="312"/>
                  </a:cubicBezTo>
                  <a:cubicBezTo>
                    <a:pt x="0" y="484"/>
                    <a:pt x="142" y="623"/>
                    <a:pt x="313" y="623"/>
                  </a:cubicBezTo>
                  <a:lnTo>
                    <a:pt x="7036" y="623"/>
                  </a:lnTo>
                  <a:cubicBezTo>
                    <a:pt x="7207" y="623"/>
                    <a:pt x="7347" y="484"/>
                    <a:pt x="7347" y="312"/>
                  </a:cubicBezTo>
                  <a:cubicBezTo>
                    <a:pt x="7347" y="140"/>
                    <a:pt x="7207" y="1"/>
                    <a:pt x="70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3"/>
            <p:cNvSpPr/>
            <p:nvPr/>
          </p:nvSpPr>
          <p:spPr>
            <a:xfrm>
              <a:off x="6163207" y="2990144"/>
              <a:ext cx="240449" cy="20487"/>
            </a:xfrm>
            <a:custGeom>
              <a:avLst/>
              <a:gdLst/>
              <a:ahLst/>
              <a:cxnLst/>
              <a:rect l="l" t="t" r="r" b="b"/>
              <a:pathLst>
                <a:path w="7347" h="626" extrusionOk="0">
                  <a:moveTo>
                    <a:pt x="313" y="1"/>
                  </a:moveTo>
                  <a:cubicBezTo>
                    <a:pt x="142" y="1"/>
                    <a:pt x="0" y="140"/>
                    <a:pt x="0" y="312"/>
                  </a:cubicBezTo>
                  <a:cubicBezTo>
                    <a:pt x="0" y="486"/>
                    <a:pt x="142" y="625"/>
                    <a:pt x="313" y="625"/>
                  </a:cubicBezTo>
                  <a:lnTo>
                    <a:pt x="7036" y="625"/>
                  </a:lnTo>
                  <a:cubicBezTo>
                    <a:pt x="7207" y="625"/>
                    <a:pt x="7347" y="486"/>
                    <a:pt x="7347" y="312"/>
                  </a:cubicBezTo>
                  <a:cubicBezTo>
                    <a:pt x="7347" y="140"/>
                    <a:pt x="7207" y="1"/>
                    <a:pt x="70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3"/>
            <p:cNvSpPr/>
            <p:nvPr/>
          </p:nvSpPr>
          <p:spPr>
            <a:xfrm>
              <a:off x="6163207" y="3069803"/>
              <a:ext cx="240449" cy="20389"/>
            </a:xfrm>
            <a:custGeom>
              <a:avLst/>
              <a:gdLst/>
              <a:ahLst/>
              <a:cxnLst/>
              <a:rect l="l" t="t" r="r" b="b"/>
              <a:pathLst>
                <a:path w="7347" h="623" extrusionOk="0">
                  <a:moveTo>
                    <a:pt x="313" y="1"/>
                  </a:moveTo>
                  <a:cubicBezTo>
                    <a:pt x="142" y="1"/>
                    <a:pt x="0" y="140"/>
                    <a:pt x="0" y="312"/>
                  </a:cubicBezTo>
                  <a:cubicBezTo>
                    <a:pt x="0" y="483"/>
                    <a:pt x="142" y="623"/>
                    <a:pt x="313" y="623"/>
                  </a:cubicBezTo>
                  <a:lnTo>
                    <a:pt x="7036" y="623"/>
                  </a:lnTo>
                  <a:cubicBezTo>
                    <a:pt x="7207" y="623"/>
                    <a:pt x="7347" y="483"/>
                    <a:pt x="7347" y="312"/>
                  </a:cubicBezTo>
                  <a:cubicBezTo>
                    <a:pt x="7347" y="140"/>
                    <a:pt x="7207" y="1"/>
                    <a:pt x="70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3"/>
            <p:cNvSpPr/>
            <p:nvPr/>
          </p:nvSpPr>
          <p:spPr>
            <a:xfrm>
              <a:off x="6163207" y="3149396"/>
              <a:ext cx="240449" cy="20455"/>
            </a:xfrm>
            <a:custGeom>
              <a:avLst/>
              <a:gdLst/>
              <a:ahLst/>
              <a:cxnLst/>
              <a:rect l="l" t="t" r="r" b="b"/>
              <a:pathLst>
                <a:path w="7347" h="625" extrusionOk="0">
                  <a:moveTo>
                    <a:pt x="313" y="0"/>
                  </a:moveTo>
                  <a:cubicBezTo>
                    <a:pt x="142" y="0"/>
                    <a:pt x="0" y="140"/>
                    <a:pt x="0" y="312"/>
                  </a:cubicBezTo>
                  <a:cubicBezTo>
                    <a:pt x="0" y="485"/>
                    <a:pt x="142" y="625"/>
                    <a:pt x="313" y="625"/>
                  </a:cubicBezTo>
                  <a:lnTo>
                    <a:pt x="7036" y="625"/>
                  </a:lnTo>
                  <a:cubicBezTo>
                    <a:pt x="7207" y="625"/>
                    <a:pt x="7347" y="485"/>
                    <a:pt x="7347" y="312"/>
                  </a:cubicBezTo>
                  <a:cubicBezTo>
                    <a:pt x="7347" y="140"/>
                    <a:pt x="7207" y="0"/>
                    <a:pt x="70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3"/>
            <p:cNvSpPr/>
            <p:nvPr/>
          </p:nvSpPr>
          <p:spPr>
            <a:xfrm>
              <a:off x="5155920" y="1933897"/>
              <a:ext cx="148877" cy="35804"/>
            </a:xfrm>
            <a:custGeom>
              <a:avLst/>
              <a:gdLst/>
              <a:ahLst/>
              <a:cxnLst/>
              <a:rect l="l" t="t" r="r" b="b"/>
              <a:pathLst>
                <a:path w="4549" h="1094" extrusionOk="0">
                  <a:moveTo>
                    <a:pt x="34" y="1"/>
                  </a:moveTo>
                  <a:cubicBezTo>
                    <a:pt x="17" y="1"/>
                    <a:pt x="0" y="16"/>
                    <a:pt x="0" y="35"/>
                  </a:cubicBezTo>
                  <a:lnTo>
                    <a:pt x="0" y="1059"/>
                  </a:lnTo>
                  <a:cubicBezTo>
                    <a:pt x="0" y="1078"/>
                    <a:pt x="17" y="1093"/>
                    <a:pt x="34" y="1093"/>
                  </a:cubicBezTo>
                  <a:lnTo>
                    <a:pt x="4514" y="1093"/>
                  </a:lnTo>
                  <a:cubicBezTo>
                    <a:pt x="4533" y="1093"/>
                    <a:pt x="4548" y="1078"/>
                    <a:pt x="4548" y="1059"/>
                  </a:cubicBezTo>
                  <a:lnTo>
                    <a:pt x="4548" y="35"/>
                  </a:lnTo>
                  <a:cubicBezTo>
                    <a:pt x="4548" y="16"/>
                    <a:pt x="4533" y="1"/>
                    <a:pt x="45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3"/>
            <p:cNvSpPr/>
            <p:nvPr/>
          </p:nvSpPr>
          <p:spPr>
            <a:xfrm>
              <a:off x="5388187" y="2163055"/>
              <a:ext cx="453898" cy="47651"/>
            </a:xfrm>
            <a:custGeom>
              <a:avLst/>
              <a:gdLst/>
              <a:ahLst/>
              <a:cxnLst/>
              <a:rect l="l" t="t" r="r" b="b"/>
              <a:pathLst>
                <a:path w="13869" h="1456" extrusionOk="0">
                  <a:moveTo>
                    <a:pt x="729" y="0"/>
                  </a:moveTo>
                  <a:cubicBezTo>
                    <a:pt x="325" y="0"/>
                    <a:pt x="1" y="326"/>
                    <a:pt x="1" y="728"/>
                  </a:cubicBezTo>
                  <a:cubicBezTo>
                    <a:pt x="1" y="1129"/>
                    <a:pt x="325" y="1455"/>
                    <a:pt x="729" y="1455"/>
                  </a:cubicBezTo>
                  <a:lnTo>
                    <a:pt x="13143" y="1455"/>
                  </a:lnTo>
                  <a:cubicBezTo>
                    <a:pt x="13544" y="1455"/>
                    <a:pt x="13868" y="1129"/>
                    <a:pt x="13868" y="728"/>
                  </a:cubicBezTo>
                  <a:cubicBezTo>
                    <a:pt x="13868" y="326"/>
                    <a:pt x="13544" y="0"/>
                    <a:pt x="13143" y="0"/>
                  </a:cubicBez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3"/>
            <p:cNvSpPr/>
            <p:nvPr/>
          </p:nvSpPr>
          <p:spPr>
            <a:xfrm>
              <a:off x="5388187" y="2234761"/>
              <a:ext cx="453898" cy="47651"/>
            </a:xfrm>
            <a:custGeom>
              <a:avLst/>
              <a:gdLst/>
              <a:ahLst/>
              <a:cxnLst/>
              <a:rect l="l" t="t" r="r" b="b"/>
              <a:pathLst>
                <a:path w="13869" h="1456" extrusionOk="0">
                  <a:moveTo>
                    <a:pt x="729" y="0"/>
                  </a:moveTo>
                  <a:cubicBezTo>
                    <a:pt x="325" y="0"/>
                    <a:pt x="1" y="327"/>
                    <a:pt x="1" y="728"/>
                  </a:cubicBezTo>
                  <a:cubicBezTo>
                    <a:pt x="1" y="1129"/>
                    <a:pt x="325" y="1456"/>
                    <a:pt x="729" y="1456"/>
                  </a:cubicBezTo>
                  <a:lnTo>
                    <a:pt x="13143" y="1456"/>
                  </a:lnTo>
                  <a:cubicBezTo>
                    <a:pt x="13544" y="1456"/>
                    <a:pt x="13868" y="1129"/>
                    <a:pt x="13868" y="728"/>
                  </a:cubicBezTo>
                  <a:cubicBezTo>
                    <a:pt x="13868" y="327"/>
                    <a:pt x="13544" y="0"/>
                    <a:pt x="13143" y="0"/>
                  </a:cubicBezTo>
                  <a:close/>
                </a:path>
              </a:pathLst>
            </a:custGeom>
            <a:solidFill>
              <a:srgbClr val="FFFFFF">
                <a:alpha val="39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3"/>
            <p:cNvSpPr/>
            <p:nvPr/>
          </p:nvSpPr>
          <p:spPr>
            <a:xfrm>
              <a:off x="6449213" y="1021258"/>
              <a:ext cx="51186" cy="2500021"/>
            </a:xfrm>
            <a:custGeom>
              <a:avLst/>
              <a:gdLst/>
              <a:ahLst/>
              <a:cxnLst/>
              <a:rect l="l" t="t" r="r" b="b"/>
              <a:pathLst>
                <a:path w="1564" h="76389" extrusionOk="0">
                  <a:moveTo>
                    <a:pt x="782" y="0"/>
                  </a:moveTo>
                  <a:cubicBezTo>
                    <a:pt x="351" y="0"/>
                    <a:pt x="1" y="350"/>
                    <a:pt x="1" y="781"/>
                  </a:cubicBezTo>
                  <a:lnTo>
                    <a:pt x="1" y="76389"/>
                  </a:lnTo>
                  <a:lnTo>
                    <a:pt x="1563" y="76389"/>
                  </a:lnTo>
                  <a:lnTo>
                    <a:pt x="1563" y="781"/>
                  </a:lnTo>
                  <a:cubicBezTo>
                    <a:pt x="1563" y="350"/>
                    <a:pt x="1213" y="0"/>
                    <a:pt x="7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3"/>
            <p:cNvSpPr/>
            <p:nvPr/>
          </p:nvSpPr>
          <p:spPr>
            <a:xfrm>
              <a:off x="5400198" y="3658374"/>
              <a:ext cx="2149215" cy="467152"/>
            </a:xfrm>
            <a:custGeom>
              <a:avLst/>
              <a:gdLst/>
              <a:ahLst/>
              <a:cxnLst/>
              <a:rect l="l" t="t" r="r" b="b"/>
              <a:pathLst>
                <a:path w="65670" h="14274" extrusionOk="0">
                  <a:moveTo>
                    <a:pt x="32835" y="0"/>
                  </a:moveTo>
                  <a:cubicBezTo>
                    <a:pt x="24125" y="0"/>
                    <a:pt x="15774" y="752"/>
                    <a:pt x="9616" y="2091"/>
                  </a:cubicBezTo>
                  <a:cubicBezTo>
                    <a:pt x="3459" y="3428"/>
                    <a:pt x="1" y="5244"/>
                    <a:pt x="1" y="7137"/>
                  </a:cubicBezTo>
                  <a:cubicBezTo>
                    <a:pt x="1" y="9030"/>
                    <a:pt x="3459" y="10843"/>
                    <a:pt x="9616" y="12183"/>
                  </a:cubicBezTo>
                  <a:cubicBezTo>
                    <a:pt x="15774" y="13520"/>
                    <a:pt x="24125" y="14273"/>
                    <a:pt x="32835" y="14273"/>
                  </a:cubicBezTo>
                  <a:cubicBezTo>
                    <a:pt x="41543" y="14273"/>
                    <a:pt x="49894" y="13520"/>
                    <a:pt x="56052" y="12183"/>
                  </a:cubicBezTo>
                  <a:cubicBezTo>
                    <a:pt x="62209" y="10843"/>
                    <a:pt x="65669" y="9030"/>
                    <a:pt x="65669" y="7137"/>
                  </a:cubicBezTo>
                  <a:cubicBezTo>
                    <a:pt x="65669" y="5244"/>
                    <a:pt x="62209" y="3428"/>
                    <a:pt x="56052" y="2091"/>
                  </a:cubicBezTo>
                  <a:cubicBezTo>
                    <a:pt x="49894" y="752"/>
                    <a:pt x="41543" y="0"/>
                    <a:pt x="328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3"/>
            <p:cNvSpPr/>
            <p:nvPr/>
          </p:nvSpPr>
          <p:spPr>
            <a:xfrm>
              <a:off x="5115306" y="3636512"/>
              <a:ext cx="2719001" cy="335391"/>
            </a:xfrm>
            <a:custGeom>
              <a:avLst/>
              <a:gdLst/>
              <a:ahLst/>
              <a:cxnLst/>
              <a:rect l="l" t="t" r="r" b="b"/>
              <a:pathLst>
                <a:path w="83080" h="10248" extrusionOk="0">
                  <a:moveTo>
                    <a:pt x="1" y="1"/>
                  </a:moveTo>
                  <a:lnTo>
                    <a:pt x="1" y="9964"/>
                  </a:lnTo>
                  <a:cubicBezTo>
                    <a:pt x="1" y="10121"/>
                    <a:pt x="127" y="10247"/>
                    <a:pt x="284" y="10247"/>
                  </a:cubicBezTo>
                  <a:lnTo>
                    <a:pt x="82794" y="10247"/>
                  </a:lnTo>
                  <a:cubicBezTo>
                    <a:pt x="82951" y="10247"/>
                    <a:pt x="83080" y="10121"/>
                    <a:pt x="83080" y="9964"/>
                  </a:cubicBezTo>
                  <a:lnTo>
                    <a:pt x="8308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3"/>
            <p:cNvSpPr/>
            <p:nvPr/>
          </p:nvSpPr>
          <p:spPr>
            <a:xfrm>
              <a:off x="4909155" y="3538460"/>
              <a:ext cx="3131236" cy="235769"/>
            </a:xfrm>
            <a:custGeom>
              <a:avLst/>
              <a:gdLst/>
              <a:ahLst/>
              <a:cxnLst/>
              <a:rect l="l" t="t" r="r" b="b"/>
              <a:pathLst>
                <a:path w="95676" h="7204" extrusionOk="0">
                  <a:moveTo>
                    <a:pt x="0" y="1"/>
                  </a:moveTo>
                  <a:lnTo>
                    <a:pt x="0" y="6920"/>
                  </a:lnTo>
                  <a:cubicBezTo>
                    <a:pt x="0" y="7077"/>
                    <a:pt x="129" y="7204"/>
                    <a:pt x="286" y="7204"/>
                  </a:cubicBezTo>
                  <a:lnTo>
                    <a:pt x="95393" y="7204"/>
                  </a:lnTo>
                  <a:cubicBezTo>
                    <a:pt x="95549" y="7204"/>
                    <a:pt x="95676" y="7077"/>
                    <a:pt x="95676" y="6920"/>
                  </a:cubicBezTo>
                  <a:lnTo>
                    <a:pt x="9567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3"/>
            <p:cNvSpPr/>
            <p:nvPr/>
          </p:nvSpPr>
          <p:spPr>
            <a:xfrm>
              <a:off x="4744339" y="3465478"/>
              <a:ext cx="3460933" cy="119390"/>
            </a:xfrm>
            <a:custGeom>
              <a:avLst/>
              <a:gdLst/>
              <a:ahLst/>
              <a:cxnLst/>
              <a:rect l="l" t="t" r="r" b="b"/>
              <a:pathLst>
                <a:path w="105750" h="3648" extrusionOk="0">
                  <a:moveTo>
                    <a:pt x="1823" y="1"/>
                  </a:moveTo>
                  <a:cubicBezTo>
                    <a:pt x="817" y="1"/>
                    <a:pt x="1" y="816"/>
                    <a:pt x="1" y="1823"/>
                  </a:cubicBezTo>
                  <a:cubicBezTo>
                    <a:pt x="1" y="2829"/>
                    <a:pt x="817" y="3647"/>
                    <a:pt x="1823" y="3647"/>
                  </a:cubicBezTo>
                  <a:lnTo>
                    <a:pt x="103925" y="3647"/>
                  </a:lnTo>
                  <a:cubicBezTo>
                    <a:pt x="104934" y="3647"/>
                    <a:pt x="105749" y="2829"/>
                    <a:pt x="105749" y="1823"/>
                  </a:cubicBezTo>
                  <a:cubicBezTo>
                    <a:pt x="105749" y="816"/>
                    <a:pt x="104934" y="1"/>
                    <a:pt x="1039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3"/>
          <p:cNvSpPr txBox="1">
            <a:spLocks noGrp="1"/>
          </p:cNvSpPr>
          <p:nvPr>
            <p:ph type="title"/>
          </p:nvPr>
        </p:nvSpPr>
        <p:spPr>
          <a:xfrm>
            <a:off x="1760972" y="265403"/>
            <a:ext cx="5492647" cy="82017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sz="5400" dirty="0"/>
              <a:t> </a:t>
            </a:r>
            <a:r>
              <a:rPr lang="it-IT" sz="5400" dirty="0" err="1"/>
              <a:t>Pre</a:t>
            </a:r>
            <a:r>
              <a:rPr lang="it-IT" sz="5400" dirty="0"/>
              <a:t>-Processing</a:t>
            </a:r>
            <a:endParaRPr dirty="0"/>
          </a:p>
        </p:txBody>
      </p:sp>
      <p:sp>
        <p:nvSpPr>
          <p:cNvPr id="396" name="Google Shape;396;p33"/>
          <p:cNvSpPr txBox="1">
            <a:spLocks noGrp="1"/>
          </p:cNvSpPr>
          <p:nvPr>
            <p:ph type="subTitle" idx="1"/>
          </p:nvPr>
        </p:nvSpPr>
        <p:spPr>
          <a:xfrm>
            <a:off x="712900" y="1391494"/>
            <a:ext cx="4985290" cy="738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sz="1600" dirty="0"/>
              <a:t>Preparo il dataset per l'analisi eliminando dati mancanti o non rilevanti e garantendo la qualità dei dati: </a:t>
            </a:r>
          </a:p>
          <a:p>
            <a:pPr marL="0" lvl="0" indent="0" algn="l" rtl="0">
              <a:spcBef>
                <a:spcPts val="0"/>
              </a:spcBef>
              <a:spcAft>
                <a:spcPts val="0"/>
              </a:spcAft>
              <a:buNone/>
            </a:pPr>
            <a:endParaRPr lang="it-IT" sz="1800" b="1" dirty="0"/>
          </a:p>
          <a:p>
            <a:pPr marL="0" lvl="0" indent="0" algn="l" rtl="0">
              <a:spcBef>
                <a:spcPts val="0"/>
              </a:spcBef>
              <a:spcAft>
                <a:spcPts val="0"/>
              </a:spcAft>
              <a:buNone/>
            </a:pPr>
            <a:endParaRPr lang="it-IT" sz="1600" dirty="0"/>
          </a:p>
          <a:p>
            <a:pPr marL="0" lvl="0" indent="0" algn="l" rtl="0">
              <a:spcBef>
                <a:spcPts val="0"/>
              </a:spcBef>
              <a:spcAft>
                <a:spcPts val="0"/>
              </a:spcAft>
              <a:buNone/>
            </a:pPr>
            <a:endParaRPr lang="it-IT" sz="1600" dirty="0"/>
          </a:p>
        </p:txBody>
      </p:sp>
      <p:sp>
        <p:nvSpPr>
          <p:cNvPr id="397" name="Google Shape;397;p33"/>
          <p:cNvSpPr txBox="1">
            <a:spLocks noGrp="1"/>
          </p:cNvSpPr>
          <p:nvPr>
            <p:ph type="title" idx="2"/>
          </p:nvPr>
        </p:nvSpPr>
        <p:spPr>
          <a:xfrm>
            <a:off x="442544" y="213505"/>
            <a:ext cx="1691700" cy="1206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02</a:t>
            </a:r>
            <a:endParaRPr dirty="0"/>
          </a:p>
        </p:txBody>
      </p:sp>
      <p:sp>
        <p:nvSpPr>
          <p:cNvPr id="7" name="Rectangle 4">
            <a:extLst>
              <a:ext uri="{FF2B5EF4-FFF2-40B4-BE49-F238E27FC236}">
                <a16:creationId xmlns:a16="http://schemas.microsoft.com/office/drawing/2014/main" id="{6A0C066C-7828-D889-4231-263FA49A92C5}"/>
              </a:ext>
            </a:extLst>
          </p:cNvPr>
          <p:cNvSpPr>
            <a:spLocks noChangeArrowheads="1"/>
          </p:cNvSpPr>
          <p:nvPr/>
        </p:nvSpPr>
        <p:spPr bwMode="auto">
          <a:xfrm>
            <a:off x="581928" y="2355279"/>
            <a:ext cx="686534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600" b="1" i="0" u="none" strike="noStrike" cap="none" normalizeH="0" baseline="0" dirty="0">
                <a:ln>
                  <a:noFill/>
                </a:ln>
                <a:solidFill>
                  <a:schemeClr val="tx1"/>
                </a:solidFill>
                <a:effectLst/>
                <a:latin typeface="Albert Sans"/>
              </a:rPr>
              <a:t>Rimozione delle Colonne Inutili</a:t>
            </a:r>
            <a:r>
              <a:rPr kumimoji="0" lang="it-IT" altLang="it-IT" sz="1600" b="0" i="0" u="none" strike="noStrike" cap="none" normalizeH="0" baseline="0" dirty="0">
                <a:ln>
                  <a:noFill/>
                </a:ln>
                <a:solidFill>
                  <a:schemeClr val="tx1"/>
                </a:solidFill>
                <a:effectLst/>
                <a:latin typeface="Albert Sans"/>
              </a:rPr>
              <a:t>: Elimino le colonne non rilevanti per la nostra analisi.</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600" b="1" i="0" u="none" strike="noStrike" cap="none" normalizeH="0" baseline="0" dirty="0">
                <a:ln>
                  <a:noFill/>
                </a:ln>
                <a:solidFill>
                  <a:schemeClr val="tx1"/>
                </a:solidFill>
                <a:effectLst/>
                <a:latin typeface="Albert Sans"/>
              </a:rPr>
              <a:t>Gestione dei Valori Mancanti</a:t>
            </a:r>
            <a:r>
              <a:rPr kumimoji="0" lang="it-IT" altLang="it-IT" sz="1600" b="0" i="0" u="none" strike="noStrike" cap="none" normalizeH="0" baseline="0" dirty="0">
                <a:ln>
                  <a:noFill/>
                </a:ln>
                <a:solidFill>
                  <a:schemeClr val="tx1"/>
                </a:solidFill>
                <a:effectLst/>
                <a:latin typeface="Albert Sans"/>
              </a:rPr>
              <a:t>: Controllo e rimuovo i valori mancanti per garantire la completezza dei dati.</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600" b="1" i="0" u="none" strike="noStrike" cap="none" normalizeH="0" baseline="0" dirty="0">
                <a:ln>
                  <a:noFill/>
                </a:ln>
                <a:solidFill>
                  <a:schemeClr val="tx1"/>
                </a:solidFill>
                <a:effectLst/>
                <a:latin typeface="Albert Sans"/>
              </a:rPr>
              <a:t>Verifica della Qualità dei Dati</a:t>
            </a:r>
            <a:r>
              <a:rPr kumimoji="0" lang="it-IT" altLang="it-IT" sz="1600" b="0" i="0" u="none" strike="noStrike" cap="none" normalizeH="0" baseline="0" dirty="0">
                <a:ln>
                  <a:noFill/>
                </a:ln>
                <a:solidFill>
                  <a:schemeClr val="tx1"/>
                </a:solidFill>
                <a:effectLst/>
                <a:latin typeface="Albert Sans"/>
              </a:rPr>
              <a:t>: Esamino i dati per assicurarmi che non ci siano valori anomali o fuori soglia. </a:t>
            </a:r>
          </a:p>
        </p:txBody>
      </p:sp>
      <p:pic>
        <p:nvPicPr>
          <p:cNvPr id="2" name="Immagine 1">
            <a:extLst>
              <a:ext uri="{FF2B5EF4-FFF2-40B4-BE49-F238E27FC236}">
                <a16:creationId xmlns:a16="http://schemas.microsoft.com/office/drawing/2014/main" id="{A79875C8-4B2C-0DAA-773E-E13264CCBDDF}"/>
              </a:ext>
            </a:extLst>
          </p:cNvPr>
          <p:cNvPicPr>
            <a:picLocks noChangeAspect="1"/>
          </p:cNvPicPr>
          <p:nvPr/>
        </p:nvPicPr>
        <p:blipFill>
          <a:blip r:embed="rId3"/>
          <a:stretch>
            <a:fillRect/>
          </a:stretch>
        </p:blipFill>
        <p:spPr>
          <a:xfrm>
            <a:off x="7251020" y="208851"/>
            <a:ext cx="1892980" cy="1892980"/>
          </a:xfrm>
          <a:prstGeom prst="rect">
            <a:avLst/>
          </a:prstGeom>
        </p:spPr>
      </p:pic>
      <p:pic>
        <p:nvPicPr>
          <p:cNvPr id="3" name="Immagine 2">
            <a:extLst>
              <a:ext uri="{FF2B5EF4-FFF2-40B4-BE49-F238E27FC236}">
                <a16:creationId xmlns:a16="http://schemas.microsoft.com/office/drawing/2014/main" id="{0CAC3171-2AAC-4A08-5B5C-CEF797B2015C}"/>
              </a:ext>
            </a:extLst>
          </p:cNvPr>
          <p:cNvPicPr>
            <a:picLocks noChangeAspect="1"/>
          </p:cNvPicPr>
          <p:nvPr/>
        </p:nvPicPr>
        <p:blipFill>
          <a:blip r:embed="rId4"/>
          <a:stretch>
            <a:fillRect/>
          </a:stretch>
        </p:blipFill>
        <p:spPr>
          <a:xfrm>
            <a:off x="8348693" y="3763946"/>
            <a:ext cx="426757" cy="944962"/>
          </a:xfrm>
          <a:prstGeom prst="rect">
            <a:avLst/>
          </a:prstGeom>
        </p:spPr>
      </p:pic>
    </p:spTree>
    <p:extLst>
      <p:ext uri="{BB962C8B-B14F-4D97-AF65-F5344CB8AC3E}">
        <p14:creationId xmlns:p14="http://schemas.microsoft.com/office/powerpoint/2010/main" val="543429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32"/>
          <p:cNvSpPr txBox="1">
            <a:spLocks noGrp="1"/>
          </p:cNvSpPr>
          <p:nvPr>
            <p:ph type="title"/>
          </p:nvPr>
        </p:nvSpPr>
        <p:spPr>
          <a:xfrm>
            <a:off x="2762921" y="89177"/>
            <a:ext cx="5392507" cy="62451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sz="2400" dirty="0"/>
              <a:t>Colonne del Dataset</a:t>
            </a:r>
            <a:endParaRPr sz="2400" dirty="0"/>
          </a:p>
        </p:txBody>
      </p:sp>
      <p:sp>
        <p:nvSpPr>
          <p:cNvPr id="366" name="Google Shape;366;p32"/>
          <p:cNvSpPr txBox="1">
            <a:spLocks noGrp="1"/>
          </p:cNvSpPr>
          <p:nvPr>
            <p:ph type="title" idx="5"/>
          </p:nvPr>
        </p:nvSpPr>
        <p:spPr>
          <a:xfrm>
            <a:off x="115484" y="680754"/>
            <a:ext cx="594460" cy="78909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dirty="0"/>
              <a:t>01</a:t>
            </a:r>
            <a:endParaRPr sz="2400" dirty="0"/>
          </a:p>
        </p:txBody>
      </p:sp>
      <p:sp>
        <p:nvSpPr>
          <p:cNvPr id="367" name="Google Shape;367;p32"/>
          <p:cNvSpPr txBox="1">
            <a:spLocks noGrp="1"/>
          </p:cNvSpPr>
          <p:nvPr>
            <p:ph type="title" idx="6"/>
          </p:nvPr>
        </p:nvSpPr>
        <p:spPr>
          <a:xfrm>
            <a:off x="3037308" y="2039945"/>
            <a:ext cx="854400" cy="616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dirty="0"/>
              <a:t>05</a:t>
            </a:r>
            <a:endParaRPr sz="2400" dirty="0"/>
          </a:p>
        </p:txBody>
      </p:sp>
      <p:sp>
        <p:nvSpPr>
          <p:cNvPr id="368" name="Google Shape;368;p32"/>
          <p:cNvSpPr txBox="1">
            <a:spLocks noGrp="1"/>
          </p:cNvSpPr>
          <p:nvPr>
            <p:ph type="title" idx="7"/>
          </p:nvPr>
        </p:nvSpPr>
        <p:spPr>
          <a:xfrm>
            <a:off x="3000344" y="896358"/>
            <a:ext cx="854400" cy="616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dirty="0"/>
              <a:t>04</a:t>
            </a:r>
            <a:endParaRPr sz="2400" dirty="0"/>
          </a:p>
        </p:txBody>
      </p:sp>
      <p:sp>
        <p:nvSpPr>
          <p:cNvPr id="369" name="Google Shape;369;p32"/>
          <p:cNvSpPr txBox="1">
            <a:spLocks noGrp="1"/>
          </p:cNvSpPr>
          <p:nvPr>
            <p:ph type="title" idx="8"/>
          </p:nvPr>
        </p:nvSpPr>
        <p:spPr>
          <a:xfrm>
            <a:off x="56832" y="1708965"/>
            <a:ext cx="854399" cy="616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dirty="0"/>
              <a:t>02</a:t>
            </a:r>
            <a:endParaRPr sz="2400" dirty="0"/>
          </a:p>
        </p:txBody>
      </p:sp>
      <p:sp>
        <p:nvSpPr>
          <p:cNvPr id="372" name="Google Shape;372;p32"/>
          <p:cNvSpPr txBox="1">
            <a:spLocks noGrp="1"/>
          </p:cNvSpPr>
          <p:nvPr>
            <p:ph type="title" idx="14"/>
          </p:nvPr>
        </p:nvSpPr>
        <p:spPr>
          <a:xfrm>
            <a:off x="2988459" y="2838485"/>
            <a:ext cx="854400" cy="616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dirty="0"/>
              <a:t>06</a:t>
            </a:r>
            <a:endParaRPr sz="2400" dirty="0"/>
          </a:p>
        </p:txBody>
      </p:sp>
      <p:sp>
        <p:nvSpPr>
          <p:cNvPr id="373" name="Google Shape;373;p32"/>
          <p:cNvSpPr txBox="1">
            <a:spLocks noGrp="1"/>
          </p:cNvSpPr>
          <p:nvPr>
            <p:ph type="title" idx="15"/>
          </p:nvPr>
        </p:nvSpPr>
        <p:spPr>
          <a:xfrm>
            <a:off x="56831" y="2638652"/>
            <a:ext cx="854400" cy="616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dirty="0"/>
              <a:t>03</a:t>
            </a:r>
            <a:endParaRPr sz="2400" dirty="0"/>
          </a:p>
        </p:txBody>
      </p:sp>
      <p:sp>
        <p:nvSpPr>
          <p:cNvPr id="374" name="Google Shape;374;p32"/>
          <p:cNvSpPr txBox="1">
            <a:spLocks noGrp="1"/>
          </p:cNvSpPr>
          <p:nvPr>
            <p:ph type="subTitle" idx="16"/>
          </p:nvPr>
        </p:nvSpPr>
        <p:spPr>
          <a:xfrm>
            <a:off x="3507206" y="1937928"/>
            <a:ext cx="2937590" cy="898972"/>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600" dirty="0"/>
              <a:t>Electricity from fossil fuels (TWh)</a:t>
            </a:r>
            <a:endParaRPr sz="1600" dirty="0"/>
          </a:p>
        </p:txBody>
      </p:sp>
      <p:sp>
        <p:nvSpPr>
          <p:cNvPr id="375" name="Google Shape;375;p32"/>
          <p:cNvSpPr txBox="1">
            <a:spLocks noGrp="1"/>
          </p:cNvSpPr>
          <p:nvPr>
            <p:ph type="subTitle" idx="17"/>
          </p:nvPr>
        </p:nvSpPr>
        <p:spPr>
          <a:xfrm>
            <a:off x="6753370" y="815920"/>
            <a:ext cx="2411679" cy="86312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t-IT" sz="1600" dirty="0"/>
              <a:t>Low-carbon </a:t>
            </a:r>
            <a:r>
              <a:rPr lang="it-IT" sz="1600" dirty="0" err="1"/>
              <a:t>electricity</a:t>
            </a:r>
            <a:r>
              <a:rPr lang="it-IT" sz="1600" dirty="0"/>
              <a:t> (%)</a:t>
            </a:r>
            <a:endParaRPr sz="1600" dirty="0"/>
          </a:p>
        </p:txBody>
      </p:sp>
      <p:sp>
        <p:nvSpPr>
          <p:cNvPr id="376" name="Google Shape;376;p32"/>
          <p:cNvSpPr txBox="1">
            <a:spLocks noGrp="1"/>
          </p:cNvSpPr>
          <p:nvPr>
            <p:ph type="subTitle" idx="18"/>
          </p:nvPr>
        </p:nvSpPr>
        <p:spPr>
          <a:xfrm>
            <a:off x="6699233" y="2862743"/>
            <a:ext cx="2387936" cy="108569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t-IT" sz="1600" dirty="0" err="1"/>
              <a:t>Renewables</a:t>
            </a:r>
            <a:r>
              <a:rPr lang="it-IT" sz="1600" dirty="0"/>
              <a:t> (% </a:t>
            </a:r>
            <a:r>
              <a:rPr lang="it-IT" sz="1600" dirty="0" err="1"/>
              <a:t>equivalent</a:t>
            </a:r>
            <a:r>
              <a:rPr lang="it-IT" sz="1600" dirty="0"/>
              <a:t> </a:t>
            </a:r>
            <a:r>
              <a:rPr lang="it-IT" sz="1600" dirty="0" err="1"/>
              <a:t>primary</a:t>
            </a:r>
            <a:r>
              <a:rPr lang="it-IT" sz="1600" dirty="0"/>
              <a:t> energy)</a:t>
            </a:r>
            <a:endParaRPr sz="1600" dirty="0"/>
          </a:p>
        </p:txBody>
      </p:sp>
      <p:sp>
        <p:nvSpPr>
          <p:cNvPr id="377" name="Google Shape;377;p32"/>
          <p:cNvSpPr txBox="1">
            <a:spLocks noGrp="1"/>
          </p:cNvSpPr>
          <p:nvPr>
            <p:ph type="subTitle" idx="19"/>
          </p:nvPr>
        </p:nvSpPr>
        <p:spPr>
          <a:xfrm>
            <a:off x="6699233" y="1850968"/>
            <a:ext cx="2465816" cy="86312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600" dirty="0"/>
              <a:t>Value co2 emissions kt by country</a:t>
            </a:r>
            <a:endParaRPr sz="1600" dirty="0"/>
          </a:p>
        </p:txBody>
      </p:sp>
      <p:sp>
        <p:nvSpPr>
          <p:cNvPr id="378" name="Google Shape;378;p32"/>
          <p:cNvSpPr txBox="1">
            <a:spLocks noGrp="1"/>
          </p:cNvSpPr>
          <p:nvPr>
            <p:ph type="subTitle" idx="20"/>
          </p:nvPr>
        </p:nvSpPr>
        <p:spPr>
          <a:xfrm>
            <a:off x="3466284" y="3621313"/>
            <a:ext cx="2819484" cy="78139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t-IT" sz="1600" dirty="0" err="1"/>
              <a:t>Electricity</a:t>
            </a:r>
            <a:r>
              <a:rPr lang="it-IT" sz="1600" dirty="0"/>
              <a:t> from </a:t>
            </a:r>
            <a:r>
              <a:rPr lang="it-IT" sz="1600" dirty="0" err="1"/>
              <a:t>renewables</a:t>
            </a:r>
            <a:r>
              <a:rPr lang="it-IT" sz="1600" dirty="0"/>
              <a:t> (TWh)</a:t>
            </a:r>
            <a:endParaRPr sz="1600" dirty="0"/>
          </a:p>
        </p:txBody>
      </p:sp>
      <p:sp>
        <p:nvSpPr>
          <p:cNvPr id="379" name="Google Shape;379;p32"/>
          <p:cNvSpPr txBox="1">
            <a:spLocks noGrp="1"/>
          </p:cNvSpPr>
          <p:nvPr>
            <p:ph type="subTitle" idx="21"/>
          </p:nvPr>
        </p:nvSpPr>
        <p:spPr>
          <a:xfrm>
            <a:off x="3566662" y="685316"/>
            <a:ext cx="2776346" cy="129881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600" dirty="0"/>
              <a:t>Renewable energy share in the total final energy consumption (%)</a:t>
            </a:r>
            <a:endParaRPr sz="1600" dirty="0"/>
          </a:p>
        </p:txBody>
      </p:sp>
      <p:sp>
        <p:nvSpPr>
          <p:cNvPr id="16" name="Google Shape;376;p32">
            <a:extLst>
              <a:ext uri="{FF2B5EF4-FFF2-40B4-BE49-F238E27FC236}">
                <a16:creationId xmlns:a16="http://schemas.microsoft.com/office/drawing/2014/main" id="{986C1E8F-E98B-C376-19A6-3B23530BDB4B}"/>
              </a:ext>
            </a:extLst>
          </p:cNvPr>
          <p:cNvSpPr txBox="1">
            <a:spLocks/>
          </p:cNvSpPr>
          <p:nvPr/>
        </p:nvSpPr>
        <p:spPr>
          <a:xfrm>
            <a:off x="571576" y="589203"/>
            <a:ext cx="2423385" cy="1085699"/>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DM Sans"/>
              <a:buNone/>
              <a:defRPr sz="2000" b="1" i="0" u="none" strike="noStrike" cap="none">
                <a:solidFill>
                  <a:schemeClr val="dk1"/>
                </a:solidFill>
                <a:latin typeface="Albert Sans"/>
                <a:ea typeface="Albert Sans"/>
                <a:cs typeface="Albert Sans"/>
                <a:sym typeface="Albert Sans"/>
              </a:defRPr>
            </a:lvl1pPr>
            <a:lvl2pPr marL="914400" marR="0" lvl="1"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en-US" sz="1600" dirty="0"/>
              <a:t>Access to electricity (% of population)</a:t>
            </a:r>
            <a:endParaRPr lang="it-IT" sz="1600" dirty="0"/>
          </a:p>
        </p:txBody>
      </p:sp>
      <p:sp>
        <p:nvSpPr>
          <p:cNvPr id="17" name="Google Shape;376;p32">
            <a:extLst>
              <a:ext uri="{FF2B5EF4-FFF2-40B4-BE49-F238E27FC236}">
                <a16:creationId xmlns:a16="http://schemas.microsoft.com/office/drawing/2014/main" id="{5CFA38CB-32A4-0BB9-1D2B-6236D67085CC}"/>
              </a:ext>
            </a:extLst>
          </p:cNvPr>
          <p:cNvSpPr txBox="1">
            <a:spLocks/>
          </p:cNvSpPr>
          <p:nvPr/>
        </p:nvSpPr>
        <p:spPr>
          <a:xfrm>
            <a:off x="599111" y="1732504"/>
            <a:ext cx="2185500" cy="781398"/>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DM Sans"/>
              <a:buNone/>
              <a:defRPr sz="2000" b="1" i="0" u="none" strike="noStrike" cap="none">
                <a:solidFill>
                  <a:schemeClr val="dk1"/>
                </a:solidFill>
                <a:latin typeface="Albert Sans"/>
                <a:ea typeface="Albert Sans"/>
                <a:cs typeface="Albert Sans"/>
                <a:sym typeface="Albert Sans"/>
              </a:defRPr>
            </a:lvl1pPr>
            <a:lvl2pPr marL="914400" marR="0" lvl="1"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en-US" sz="1600" dirty="0"/>
              <a:t>Access to clean fuels for cooking</a:t>
            </a:r>
            <a:endParaRPr lang="it-IT" sz="1600" dirty="0"/>
          </a:p>
        </p:txBody>
      </p:sp>
      <p:sp>
        <p:nvSpPr>
          <p:cNvPr id="18" name="Google Shape;376;p32">
            <a:extLst>
              <a:ext uri="{FF2B5EF4-FFF2-40B4-BE49-F238E27FC236}">
                <a16:creationId xmlns:a16="http://schemas.microsoft.com/office/drawing/2014/main" id="{C06B8B52-709C-8CCC-A4FB-51AF81F6C0B4}"/>
              </a:ext>
            </a:extLst>
          </p:cNvPr>
          <p:cNvSpPr txBox="1">
            <a:spLocks/>
          </p:cNvSpPr>
          <p:nvPr/>
        </p:nvSpPr>
        <p:spPr>
          <a:xfrm>
            <a:off x="572855" y="2241586"/>
            <a:ext cx="2615993" cy="147480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DM Sans"/>
              <a:buNone/>
              <a:defRPr sz="2000" b="1" i="0" u="none" strike="noStrike" cap="none">
                <a:solidFill>
                  <a:schemeClr val="dk1"/>
                </a:solidFill>
                <a:latin typeface="Albert Sans"/>
                <a:ea typeface="Albert Sans"/>
                <a:cs typeface="Albert Sans"/>
                <a:sym typeface="Albert Sans"/>
              </a:defRPr>
            </a:lvl1pPr>
            <a:lvl2pPr marL="914400" marR="0" lvl="1"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en-US" sz="1600" dirty="0"/>
              <a:t>Renewable electricity generating capacity per capital</a:t>
            </a:r>
            <a:endParaRPr lang="it-IT" sz="1600" dirty="0"/>
          </a:p>
        </p:txBody>
      </p:sp>
      <p:sp>
        <p:nvSpPr>
          <p:cNvPr id="19" name="Google Shape;376;p32">
            <a:extLst>
              <a:ext uri="{FF2B5EF4-FFF2-40B4-BE49-F238E27FC236}">
                <a16:creationId xmlns:a16="http://schemas.microsoft.com/office/drawing/2014/main" id="{0ECEA4E2-7A31-474F-E53E-0A6DE30463A4}"/>
              </a:ext>
            </a:extLst>
          </p:cNvPr>
          <p:cNvSpPr txBox="1">
            <a:spLocks/>
          </p:cNvSpPr>
          <p:nvPr/>
        </p:nvSpPr>
        <p:spPr>
          <a:xfrm>
            <a:off x="3515736" y="2864753"/>
            <a:ext cx="2746680" cy="781398"/>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DM Sans"/>
              <a:buNone/>
              <a:defRPr sz="2000" b="1" i="0" u="none" strike="noStrike" cap="none">
                <a:solidFill>
                  <a:schemeClr val="dk1"/>
                </a:solidFill>
                <a:latin typeface="Albert Sans"/>
                <a:ea typeface="Albert Sans"/>
                <a:cs typeface="Albert Sans"/>
                <a:sym typeface="Albert Sans"/>
              </a:defRPr>
            </a:lvl1pPr>
            <a:lvl2pPr marL="914400" marR="0" lvl="1"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en-US" sz="1600" dirty="0"/>
              <a:t>Electricity from nuclear (TWh)</a:t>
            </a:r>
            <a:endParaRPr lang="it-IT" sz="1600" dirty="0"/>
          </a:p>
        </p:txBody>
      </p:sp>
      <p:sp>
        <p:nvSpPr>
          <p:cNvPr id="21" name="CasellaDiTesto 20">
            <a:extLst>
              <a:ext uri="{FF2B5EF4-FFF2-40B4-BE49-F238E27FC236}">
                <a16:creationId xmlns:a16="http://schemas.microsoft.com/office/drawing/2014/main" id="{C6E0BC32-0C8C-5F75-BEDF-CB2AE2045C2D}"/>
              </a:ext>
            </a:extLst>
          </p:cNvPr>
          <p:cNvSpPr txBox="1"/>
          <p:nvPr/>
        </p:nvSpPr>
        <p:spPr>
          <a:xfrm>
            <a:off x="2987274" y="3691847"/>
            <a:ext cx="885131" cy="461665"/>
          </a:xfrm>
          <a:prstGeom prst="rect">
            <a:avLst/>
          </a:prstGeom>
          <a:noFill/>
        </p:spPr>
        <p:txBody>
          <a:bodyPr wrap="square">
            <a:spAutoFit/>
          </a:bodyPr>
          <a:lstStyle/>
          <a:p>
            <a:r>
              <a:rPr kumimoji="0" lang="en" sz="2400" b="1" i="0" u="none" strike="noStrike" kern="0" cap="none" spc="0" normalizeH="0" baseline="0" noProof="0" dirty="0">
                <a:ln>
                  <a:noFill/>
                </a:ln>
                <a:solidFill>
                  <a:srgbClr val="6EA843"/>
                </a:solidFill>
                <a:effectLst/>
                <a:uLnTx/>
                <a:uFillTx/>
                <a:latin typeface="Albert Sans"/>
                <a:sym typeface="Albert Sans"/>
              </a:rPr>
              <a:t>07</a:t>
            </a:r>
            <a:endParaRPr lang="it-IT" sz="1100" dirty="0"/>
          </a:p>
        </p:txBody>
      </p:sp>
      <p:sp>
        <p:nvSpPr>
          <p:cNvPr id="23" name="CasellaDiTesto 22">
            <a:extLst>
              <a:ext uri="{FF2B5EF4-FFF2-40B4-BE49-F238E27FC236}">
                <a16:creationId xmlns:a16="http://schemas.microsoft.com/office/drawing/2014/main" id="{459A9EE5-EAEE-15B1-23D6-61A06EFCCECD}"/>
              </a:ext>
            </a:extLst>
          </p:cNvPr>
          <p:cNvSpPr txBox="1"/>
          <p:nvPr/>
        </p:nvSpPr>
        <p:spPr>
          <a:xfrm>
            <a:off x="6285449" y="2904741"/>
            <a:ext cx="627016" cy="461665"/>
          </a:xfrm>
          <a:prstGeom prst="rect">
            <a:avLst/>
          </a:prstGeom>
          <a:noFill/>
        </p:spPr>
        <p:txBody>
          <a:bodyPr wrap="square">
            <a:spAutoFit/>
          </a:bodyPr>
          <a:lstStyle/>
          <a:p>
            <a:r>
              <a:rPr kumimoji="0" lang="en" sz="2400" b="1" i="0" u="none" strike="noStrike" kern="0" cap="none" spc="0" normalizeH="0" baseline="0" noProof="0" dirty="0">
                <a:ln>
                  <a:noFill/>
                </a:ln>
                <a:solidFill>
                  <a:srgbClr val="6EA843"/>
                </a:solidFill>
                <a:effectLst/>
                <a:uLnTx/>
                <a:uFillTx/>
                <a:latin typeface="Albert Sans"/>
                <a:sym typeface="Albert Sans"/>
              </a:rPr>
              <a:t>10</a:t>
            </a:r>
            <a:endParaRPr lang="it-IT" sz="1100" dirty="0"/>
          </a:p>
        </p:txBody>
      </p:sp>
      <p:sp>
        <p:nvSpPr>
          <p:cNvPr id="25" name="CasellaDiTesto 24">
            <a:extLst>
              <a:ext uri="{FF2B5EF4-FFF2-40B4-BE49-F238E27FC236}">
                <a16:creationId xmlns:a16="http://schemas.microsoft.com/office/drawing/2014/main" id="{4E6BC0E6-4F35-6904-5C5E-FB3B5B9ACE39}"/>
              </a:ext>
            </a:extLst>
          </p:cNvPr>
          <p:cNvSpPr txBox="1"/>
          <p:nvPr/>
        </p:nvSpPr>
        <p:spPr>
          <a:xfrm>
            <a:off x="6262416" y="932689"/>
            <a:ext cx="784147" cy="461665"/>
          </a:xfrm>
          <a:prstGeom prst="rect">
            <a:avLst/>
          </a:prstGeom>
          <a:noFill/>
        </p:spPr>
        <p:txBody>
          <a:bodyPr wrap="square">
            <a:spAutoFit/>
          </a:bodyPr>
          <a:lstStyle/>
          <a:p>
            <a:r>
              <a:rPr kumimoji="0" lang="en" sz="2400" b="1" i="0" u="none" strike="noStrike" kern="0" cap="none" spc="0" normalizeH="0" baseline="0" noProof="0" dirty="0">
                <a:ln>
                  <a:noFill/>
                </a:ln>
                <a:solidFill>
                  <a:srgbClr val="6EA843"/>
                </a:solidFill>
                <a:effectLst/>
                <a:uLnTx/>
                <a:uFillTx/>
                <a:latin typeface="Albert Sans"/>
                <a:sym typeface="Albert Sans"/>
              </a:rPr>
              <a:t>08</a:t>
            </a:r>
            <a:endParaRPr lang="it-IT" sz="1100" dirty="0"/>
          </a:p>
        </p:txBody>
      </p:sp>
      <p:sp>
        <p:nvSpPr>
          <p:cNvPr id="27" name="CasellaDiTesto 26">
            <a:extLst>
              <a:ext uri="{FF2B5EF4-FFF2-40B4-BE49-F238E27FC236}">
                <a16:creationId xmlns:a16="http://schemas.microsoft.com/office/drawing/2014/main" id="{EF8AF5BB-39AF-8B56-C152-23658CAADD1C}"/>
              </a:ext>
            </a:extLst>
          </p:cNvPr>
          <p:cNvSpPr txBox="1"/>
          <p:nvPr/>
        </p:nvSpPr>
        <p:spPr>
          <a:xfrm>
            <a:off x="6245299" y="1953192"/>
            <a:ext cx="748150" cy="461665"/>
          </a:xfrm>
          <a:prstGeom prst="rect">
            <a:avLst/>
          </a:prstGeom>
          <a:noFill/>
        </p:spPr>
        <p:txBody>
          <a:bodyPr wrap="square">
            <a:spAutoFit/>
          </a:bodyPr>
          <a:lstStyle/>
          <a:p>
            <a:r>
              <a:rPr kumimoji="0" lang="en" sz="2400" b="1" i="0" u="none" strike="noStrike" kern="0" cap="none" spc="0" normalizeH="0" baseline="0" noProof="0" dirty="0">
                <a:ln>
                  <a:noFill/>
                </a:ln>
                <a:solidFill>
                  <a:srgbClr val="6EA843"/>
                </a:solidFill>
                <a:effectLst/>
                <a:uLnTx/>
                <a:uFillTx/>
                <a:latin typeface="Albert Sans"/>
                <a:sym typeface="Albert Sans"/>
              </a:rPr>
              <a:t>09</a:t>
            </a:r>
            <a:endParaRPr lang="it-IT" sz="1100" dirty="0"/>
          </a:p>
        </p:txBody>
      </p:sp>
      <p:pic>
        <p:nvPicPr>
          <p:cNvPr id="2" name="Immagine 1">
            <a:extLst>
              <a:ext uri="{FF2B5EF4-FFF2-40B4-BE49-F238E27FC236}">
                <a16:creationId xmlns:a16="http://schemas.microsoft.com/office/drawing/2014/main" id="{F908AD0D-0FFE-128A-4951-097DC55EE74A}"/>
              </a:ext>
            </a:extLst>
          </p:cNvPr>
          <p:cNvPicPr>
            <a:picLocks noChangeAspect="1"/>
          </p:cNvPicPr>
          <p:nvPr/>
        </p:nvPicPr>
        <p:blipFill>
          <a:blip r:embed="rId3"/>
          <a:stretch>
            <a:fillRect/>
          </a:stretch>
        </p:blipFill>
        <p:spPr>
          <a:xfrm>
            <a:off x="8225635" y="89177"/>
            <a:ext cx="682811" cy="627942"/>
          </a:xfrm>
          <a:prstGeom prst="rect">
            <a:avLst/>
          </a:prstGeom>
        </p:spPr>
      </p:pic>
      <p:pic>
        <p:nvPicPr>
          <p:cNvPr id="12" name="Immagine 11">
            <a:extLst>
              <a:ext uri="{FF2B5EF4-FFF2-40B4-BE49-F238E27FC236}">
                <a16:creationId xmlns:a16="http://schemas.microsoft.com/office/drawing/2014/main" id="{E9DF23F1-628D-A718-CE7C-932805D7E53D}"/>
              </a:ext>
            </a:extLst>
          </p:cNvPr>
          <p:cNvPicPr>
            <a:picLocks noChangeAspect="1"/>
          </p:cNvPicPr>
          <p:nvPr/>
        </p:nvPicPr>
        <p:blipFill>
          <a:blip r:embed="rId4"/>
          <a:stretch>
            <a:fillRect/>
          </a:stretch>
        </p:blipFill>
        <p:spPr>
          <a:xfrm>
            <a:off x="974358" y="3908513"/>
            <a:ext cx="717503" cy="717503"/>
          </a:xfrm>
          <a:prstGeom prst="rect">
            <a:avLst/>
          </a:prstGeom>
        </p:spPr>
      </p:pic>
    </p:spTree>
    <p:extLst>
      <p:ext uri="{BB962C8B-B14F-4D97-AF65-F5344CB8AC3E}">
        <p14:creationId xmlns:p14="http://schemas.microsoft.com/office/powerpoint/2010/main" val="571660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3"/>
          <p:cNvSpPr txBox="1">
            <a:spLocks noGrp="1"/>
          </p:cNvSpPr>
          <p:nvPr>
            <p:ph type="title"/>
          </p:nvPr>
        </p:nvSpPr>
        <p:spPr>
          <a:xfrm>
            <a:off x="1780413" y="225107"/>
            <a:ext cx="5822064" cy="173290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dirty="0"/>
              <a:t>Esplorazione dei Dati </a:t>
            </a:r>
            <a:r>
              <a:rPr lang="it-IT" sz="3200" i="1" dirty="0"/>
              <a:t>(EDA)</a:t>
            </a:r>
            <a:endParaRPr i="1" dirty="0"/>
          </a:p>
        </p:txBody>
      </p:sp>
      <p:sp>
        <p:nvSpPr>
          <p:cNvPr id="396" name="Google Shape;396;p33"/>
          <p:cNvSpPr txBox="1">
            <a:spLocks noGrp="1"/>
          </p:cNvSpPr>
          <p:nvPr>
            <p:ph type="subTitle" idx="1"/>
          </p:nvPr>
        </p:nvSpPr>
        <p:spPr>
          <a:xfrm>
            <a:off x="274604" y="2274766"/>
            <a:ext cx="6922793" cy="2210871"/>
          </a:xfrm>
          <a:prstGeom prst="rect">
            <a:avLst/>
          </a:prstGeom>
        </p:spPr>
        <p:txBody>
          <a:bodyPr spcFirstLastPara="1" wrap="square" lIns="91425" tIns="91425" rIns="91425" bIns="91425" anchor="t" anchorCtr="0">
            <a:noAutofit/>
          </a:bodyPr>
          <a:lstStyle/>
          <a:p>
            <a:pPr>
              <a:buFont typeface="Arial" panose="020B0604020202020204" pitchFamily="34" charset="0"/>
              <a:buChar char="•"/>
            </a:pPr>
            <a:r>
              <a:rPr lang="it-IT" sz="1800" b="1" dirty="0" err="1"/>
              <a:t>Boxplot</a:t>
            </a:r>
            <a:r>
              <a:rPr lang="it-IT" sz="1800" b="1" dirty="0"/>
              <a:t>:</a:t>
            </a:r>
            <a:r>
              <a:rPr lang="it-IT" sz="2000" dirty="0"/>
              <a:t> </a:t>
            </a:r>
            <a:r>
              <a:rPr lang="it-IT" sz="1800" dirty="0"/>
              <a:t>Utilizzo i </a:t>
            </a:r>
            <a:r>
              <a:rPr lang="it-IT" sz="1800" dirty="0" err="1"/>
              <a:t>Boxplot</a:t>
            </a:r>
            <a:r>
              <a:rPr lang="it-IT" sz="1800" dirty="0"/>
              <a:t> per visualizzare la distribuzione delle variabili numeriche e identificare i valori anomali.</a:t>
            </a:r>
          </a:p>
          <a:p>
            <a:pPr>
              <a:buFont typeface="Arial" panose="020B0604020202020204" pitchFamily="34" charset="0"/>
              <a:buChar char="•"/>
            </a:pPr>
            <a:r>
              <a:rPr lang="it-IT" sz="1800" b="1" dirty="0"/>
              <a:t>Matrice di correlazione: </a:t>
            </a:r>
            <a:r>
              <a:rPr lang="it-IT" sz="1800" dirty="0"/>
              <a:t>mostra il coefficiente di correlazione tra coppie di variabili.</a:t>
            </a:r>
          </a:p>
          <a:p>
            <a:pPr>
              <a:buFont typeface="Arial" panose="020B0604020202020204" pitchFamily="34" charset="0"/>
              <a:buChar char="•"/>
            </a:pPr>
            <a:r>
              <a:rPr lang="it-IT" sz="1800" b="1" dirty="0"/>
              <a:t>Analisi </a:t>
            </a:r>
            <a:r>
              <a:rPr lang="it-IT" sz="1800" b="1" dirty="0" err="1"/>
              <a:t>Univariata</a:t>
            </a:r>
            <a:r>
              <a:rPr lang="it-IT" sz="1800" b="1" dirty="0"/>
              <a:t>, </a:t>
            </a:r>
            <a:r>
              <a:rPr lang="it-IT" sz="1800" b="1" dirty="0" err="1"/>
              <a:t>Bivariata</a:t>
            </a:r>
            <a:r>
              <a:rPr lang="it-IT" sz="1800" b="1" dirty="0"/>
              <a:t> e Multivariata.</a:t>
            </a:r>
            <a:endParaRPr lang="it-IT" sz="1800" dirty="0"/>
          </a:p>
        </p:txBody>
      </p:sp>
      <p:sp>
        <p:nvSpPr>
          <p:cNvPr id="397" name="Google Shape;397;p33"/>
          <p:cNvSpPr txBox="1">
            <a:spLocks noGrp="1"/>
          </p:cNvSpPr>
          <p:nvPr>
            <p:ph type="title" idx="2"/>
          </p:nvPr>
        </p:nvSpPr>
        <p:spPr>
          <a:xfrm>
            <a:off x="371211" y="225107"/>
            <a:ext cx="1691700" cy="1206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03</a:t>
            </a:r>
            <a:endParaRPr dirty="0"/>
          </a:p>
        </p:txBody>
      </p:sp>
      <p:pic>
        <p:nvPicPr>
          <p:cNvPr id="5" name="Immagine 4">
            <a:extLst>
              <a:ext uri="{FF2B5EF4-FFF2-40B4-BE49-F238E27FC236}">
                <a16:creationId xmlns:a16="http://schemas.microsoft.com/office/drawing/2014/main" id="{495A3F2E-DF0A-3A6B-5808-01320390DA00}"/>
              </a:ext>
            </a:extLst>
          </p:cNvPr>
          <p:cNvPicPr>
            <a:picLocks noChangeAspect="1"/>
          </p:cNvPicPr>
          <p:nvPr/>
        </p:nvPicPr>
        <p:blipFill>
          <a:blip r:embed="rId3"/>
          <a:stretch>
            <a:fillRect/>
          </a:stretch>
        </p:blipFill>
        <p:spPr>
          <a:xfrm>
            <a:off x="6995531" y="225107"/>
            <a:ext cx="1964768" cy="1964768"/>
          </a:xfrm>
          <a:prstGeom prst="rect">
            <a:avLst/>
          </a:prstGeom>
        </p:spPr>
      </p:pic>
      <p:pic>
        <p:nvPicPr>
          <p:cNvPr id="6" name="Immagine 5">
            <a:extLst>
              <a:ext uri="{FF2B5EF4-FFF2-40B4-BE49-F238E27FC236}">
                <a16:creationId xmlns:a16="http://schemas.microsoft.com/office/drawing/2014/main" id="{F63827ED-B25F-B5DF-4050-06D15D901C92}"/>
              </a:ext>
            </a:extLst>
          </p:cNvPr>
          <p:cNvPicPr>
            <a:picLocks noChangeAspect="1"/>
          </p:cNvPicPr>
          <p:nvPr/>
        </p:nvPicPr>
        <p:blipFill>
          <a:blip r:embed="rId4"/>
          <a:stretch>
            <a:fillRect/>
          </a:stretch>
        </p:blipFill>
        <p:spPr>
          <a:xfrm>
            <a:off x="7820018" y="3767854"/>
            <a:ext cx="426757" cy="944962"/>
          </a:xfrm>
          <a:prstGeom prst="rect">
            <a:avLst/>
          </a:prstGeom>
        </p:spPr>
      </p:pic>
      <p:pic>
        <p:nvPicPr>
          <p:cNvPr id="7" name="Immagine 6">
            <a:extLst>
              <a:ext uri="{FF2B5EF4-FFF2-40B4-BE49-F238E27FC236}">
                <a16:creationId xmlns:a16="http://schemas.microsoft.com/office/drawing/2014/main" id="{9D1D3EC0-B1BD-EAE1-043D-B0CF078A0888}"/>
              </a:ext>
            </a:extLst>
          </p:cNvPr>
          <p:cNvPicPr>
            <a:picLocks noChangeAspect="1"/>
          </p:cNvPicPr>
          <p:nvPr/>
        </p:nvPicPr>
        <p:blipFill>
          <a:blip r:embed="rId4"/>
          <a:stretch>
            <a:fillRect/>
          </a:stretch>
        </p:blipFill>
        <p:spPr>
          <a:xfrm>
            <a:off x="8231144" y="3299544"/>
            <a:ext cx="638252" cy="1413272"/>
          </a:xfrm>
          <a:prstGeom prst="rect">
            <a:avLst/>
          </a:prstGeom>
        </p:spPr>
      </p:pic>
    </p:spTree>
    <p:extLst>
      <p:ext uri="{BB962C8B-B14F-4D97-AF65-F5344CB8AC3E}">
        <p14:creationId xmlns:p14="http://schemas.microsoft.com/office/powerpoint/2010/main" val="2333672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8E1FF012-EDD5-52CD-D8AA-D178C83E78A9}"/>
              </a:ext>
            </a:extLst>
          </p:cNvPr>
          <p:cNvSpPr>
            <a:spLocks noGrp="1"/>
          </p:cNvSpPr>
          <p:nvPr>
            <p:ph type="title"/>
          </p:nvPr>
        </p:nvSpPr>
        <p:spPr>
          <a:xfrm>
            <a:off x="382122" y="205328"/>
            <a:ext cx="6669290" cy="783984"/>
          </a:xfrm>
        </p:spPr>
        <p:txBody>
          <a:bodyPr/>
          <a:lstStyle/>
          <a:p>
            <a:r>
              <a:rPr lang="it-IT" dirty="0" err="1"/>
              <a:t>Boxplot</a:t>
            </a:r>
            <a:endParaRPr lang="it-IT" dirty="0"/>
          </a:p>
        </p:txBody>
      </p:sp>
      <p:sp>
        <p:nvSpPr>
          <p:cNvPr id="10" name="Sottotitolo 9">
            <a:extLst>
              <a:ext uri="{FF2B5EF4-FFF2-40B4-BE49-F238E27FC236}">
                <a16:creationId xmlns:a16="http://schemas.microsoft.com/office/drawing/2014/main" id="{B55C654C-552A-73AC-B09E-35266E9A73AF}"/>
              </a:ext>
            </a:extLst>
          </p:cNvPr>
          <p:cNvSpPr>
            <a:spLocks noGrp="1"/>
          </p:cNvSpPr>
          <p:nvPr>
            <p:ph type="subTitle" idx="1"/>
          </p:nvPr>
        </p:nvSpPr>
        <p:spPr>
          <a:xfrm>
            <a:off x="2195213" y="295768"/>
            <a:ext cx="7050077" cy="1004700"/>
          </a:xfrm>
        </p:spPr>
        <p:txBody>
          <a:bodyPr/>
          <a:lstStyle/>
          <a:p>
            <a:r>
              <a:rPr lang="it-IT" dirty="0"/>
              <a:t>      Utilizzo i </a:t>
            </a:r>
            <a:r>
              <a:rPr lang="it-IT" dirty="0" err="1"/>
              <a:t>Bloxpolt</a:t>
            </a:r>
            <a:r>
              <a:rPr lang="it-IT" dirty="0"/>
              <a:t> per visualizzare la distribuzione delle variabili    numeriche e identificare i valori anomali.</a:t>
            </a:r>
          </a:p>
        </p:txBody>
      </p:sp>
      <p:pic>
        <p:nvPicPr>
          <p:cNvPr id="13" name="Immagine 12">
            <a:extLst>
              <a:ext uri="{FF2B5EF4-FFF2-40B4-BE49-F238E27FC236}">
                <a16:creationId xmlns:a16="http://schemas.microsoft.com/office/drawing/2014/main" id="{A947BEFD-2E62-B4FF-9A68-1EF334393FED}"/>
              </a:ext>
            </a:extLst>
          </p:cNvPr>
          <p:cNvPicPr>
            <a:picLocks noChangeAspect="1"/>
          </p:cNvPicPr>
          <p:nvPr/>
        </p:nvPicPr>
        <p:blipFill>
          <a:blip r:embed="rId2"/>
          <a:stretch>
            <a:fillRect/>
          </a:stretch>
        </p:blipFill>
        <p:spPr>
          <a:xfrm>
            <a:off x="382122" y="1263249"/>
            <a:ext cx="2567555" cy="1486949"/>
          </a:xfrm>
          <a:prstGeom prst="rect">
            <a:avLst/>
          </a:prstGeom>
        </p:spPr>
      </p:pic>
      <p:pic>
        <p:nvPicPr>
          <p:cNvPr id="15" name="Immagine 14">
            <a:extLst>
              <a:ext uri="{FF2B5EF4-FFF2-40B4-BE49-F238E27FC236}">
                <a16:creationId xmlns:a16="http://schemas.microsoft.com/office/drawing/2014/main" id="{47C03513-36CD-2A5F-26CA-2F605A70D63E}"/>
              </a:ext>
            </a:extLst>
          </p:cNvPr>
          <p:cNvPicPr>
            <a:picLocks noChangeAspect="1"/>
          </p:cNvPicPr>
          <p:nvPr/>
        </p:nvPicPr>
        <p:blipFill>
          <a:blip r:embed="rId3"/>
          <a:stretch>
            <a:fillRect/>
          </a:stretch>
        </p:blipFill>
        <p:spPr>
          <a:xfrm>
            <a:off x="3152697" y="1263249"/>
            <a:ext cx="2567555" cy="1486949"/>
          </a:xfrm>
          <a:prstGeom prst="rect">
            <a:avLst/>
          </a:prstGeom>
        </p:spPr>
      </p:pic>
      <p:pic>
        <p:nvPicPr>
          <p:cNvPr id="17" name="Immagine 16">
            <a:extLst>
              <a:ext uri="{FF2B5EF4-FFF2-40B4-BE49-F238E27FC236}">
                <a16:creationId xmlns:a16="http://schemas.microsoft.com/office/drawing/2014/main" id="{C2DD1AFA-068D-E53B-C091-84DD9A379DB3}"/>
              </a:ext>
            </a:extLst>
          </p:cNvPr>
          <p:cNvPicPr>
            <a:picLocks noChangeAspect="1"/>
          </p:cNvPicPr>
          <p:nvPr/>
        </p:nvPicPr>
        <p:blipFill>
          <a:blip r:embed="rId4"/>
          <a:stretch>
            <a:fillRect/>
          </a:stretch>
        </p:blipFill>
        <p:spPr>
          <a:xfrm>
            <a:off x="5831832" y="1250954"/>
            <a:ext cx="2588785" cy="1499244"/>
          </a:xfrm>
          <a:prstGeom prst="rect">
            <a:avLst/>
          </a:prstGeom>
        </p:spPr>
      </p:pic>
      <p:pic>
        <p:nvPicPr>
          <p:cNvPr id="19" name="Immagine 18">
            <a:extLst>
              <a:ext uri="{FF2B5EF4-FFF2-40B4-BE49-F238E27FC236}">
                <a16:creationId xmlns:a16="http://schemas.microsoft.com/office/drawing/2014/main" id="{6F3D625E-9123-6022-EC6D-7E51CAD46E30}"/>
              </a:ext>
            </a:extLst>
          </p:cNvPr>
          <p:cNvPicPr>
            <a:picLocks noChangeAspect="1"/>
          </p:cNvPicPr>
          <p:nvPr/>
        </p:nvPicPr>
        <p:blipFill>
          <a:blip r:embed="rId5"/>
          <a:stretch>
            <a:fillRect/>
          </a:stretch>
        </p:blipFill>
        <p:spPr>
          <a:xfrm>
            <a:off x="382123" y="2858432"/>
            <a:ext cx="2567554" cy="1486949"/>
          </a:xfrm>
          <a:prstGeom prst="rect">
            <a:avLst/>
          </a:prstGeom>
        </p:spPr>
      </p:pic>
      <p:pic>
        <p:nvPicPr>
          <p:cNvPr id="21" name="Immagine 20">
            <a:extLst>
              <a:ext uri="{FF2B5EF4-FFF2-40B4-BE49-F238E27FC236}">
                <a16:creationId xmlns:a16="http://schemas.microsoft.com/office/drawing/2014/main" id="{455A4898-9570-BF11-F613-B7FDC85BA6D0}"/>
              </a:ext>
            </a:extLst>
          </p:cNvPr>
          <p:cNvPicPr>
            <a:picLocks noChangeAspect="1"/>
          </p:cNvPicPr>
          <p:nvPr/>
        </p:nvPicPr>
        <p:blipFill>
          <a:blip r:embed="rId6"/>
          <a:stretch>
            <a:fillRect/>
          </a:stretch>
        </p:blipFill>
        <p:spPr>
          <a:xfrm>
            <a:off x="3152698" y="2858432"/>
            <a:ext cx="2567555" cy="1486949"/>
          </a:xfrm>
          <a:prstGeom prst="rect">
            <a:avLst/>
          </a:prstGeom>
        </p:spPr>
      </p:pic>
      <p:pic>
        <p:nvPicPr>
          <p:cNvPr id="23" name="Immagine 22">
            <a:extLst>
              <a:ext uri="{FF2B5EF4-FFF2-40B4-BE49-F238E27FC236}">
                <a16:creationId xmlns:a16="http://schemas.microsoft.com/office/drawing/2014/main" id="{A8D4B53C-E832-51BD-E8C1-1E637346A973}"/>
              </a:ext>
            </a:extLst>
          </p:cNvPr>
          <p:cNvPicPr>
            <a:picLocks noChangeAspect="1"/>
          </p:cNvPicPr>
          <p:nvPr/>
        </p:nvPicPr>
        <p:blipFill>
          <a:blip r:embed="rId7"/>
          <a:stretch>
            <a:fillRect/>
          </a:stretch>
        </p:blipFill>
        <p:spPr>
          <a:xfrm>
            <a:off x="5831832" y="2846138"/>
            <a:ext cx="2588785" cy="1499244"/>
          </a:xfrm>
          <a:prstGeom prst="rect">
            <a:avLst/>
          </a:prstGeom>
        </p:spPr>
      </p:pic>
    </p:spTree>
    <p:extLst>
      <p:ext uri="{BB962C8B-B14F-4D97-AF65-F5344CB8AC3E}">
        <p14:creationId xmlns:p14="http://schemas.microsoft.com/office/powerpoint/2010/main" val="1676993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olo 30">
            <a:extLst>
              <a:ext uri="{FF2B5EF4-FFF2-40B4-BE49-F238E27FC236}">
                <a16:creationId xmlns:a16="http://schemas.microsoft.com/office/drawing/2014/main" id="{95AE76D5-F73B-FB64-B5DD-2757DDAEBAD2}"/>
              </a:ext>
            </a:extLst>
          </p:cNvPr>
          <p:cNvSpPr>
            <a:spLocks noGrp="1"/>
          </p:cNvSpPr>
          <p:nvPr>
            <p:ph type="title"/>
          </p:nvPr>
        </p:nvSpPr>
        <p:spPr>
          <a:xfrm>
            <a:off x="499933" y="288707"/>
            <a:ext cx="3013975" cy="586153"/>
          </a:xfrm>
        </p:spPr>
        <p:txBody>
          <a:bodyPr/>
          <a:lstStyle/>
          <a:p>
            <a:r>
              <a:rPr lang="it-IT" dirty="0" err="1"/>
              <a:t>Boxplot</a:t>
            </a:r>
            <a:endParaRPr lang="it-IT" dirty="0"/>
          </a:p>
        </p:txBody>
      </p:sp>
      <p:pic>
        <p:nvPicPr>
          <p:cNvPr id="35" name="Immagine 34">
            <a:extLst>
              <a:ext uri="{FF2B5EF4-FFF2-40B4-BE49-F238E27FC236}">
                <a16:creationId xmlns:a16="http://schemas.microsoft.com/office/drawing/2014/main" id="{AA327CF1-0795-AD7A-BCF2-25235DF92A00}"/>
              </a:ext>
            </a:extLst>
          </p:cNvPr>
          <p:cNvPicPr>
            <a:picLocks noChangeAspect="1"/>
          </p:cNvPicPr>
          <p:nvPr/>
        </p:nvPicPr>
        <p:blipFill>
          <a:blip r:embed="rId2"/>
          <a:stretch>
            <a:fillRect/>
          </a:stretch>
        </p:blipFill>
        <p:spPr>
          <a:xfrm>
            <a:off x="408494" y="1005148"/>
            <a:ext cx="2705096" cy="1566602"/>
          </a:xfrm>
          <a:prstGeom prst="rect">
            <a:avLst/>
          </a:prstGeom>
        </p:spPr>
      </p:pic>
      <p:pic>
        <p:nvPicPr>
          <p:cNvPr id="37" name="Immagine 36">
            <a:extLst>
              <a:ext uri="{FF2B5EF4-FFF2-40B4-BE49-F238E27FC236}">
                <a16:creationId xmlns:a16="http://schemas.microsoft.com/office/drawing/2014/main" id="{0602A691-BA15-48F3-73AC-D49C6C730C21}"/>
              </a:ext>
            </a:extLst>
          </p:cNvPr>
          <p:cNvPicPr>
            <a:picLocks noChangeAspect="1"/>
          </p:cNvPicPr>
          <p:nvPr/>
        </p:nvPicPr>
        <p:blipFill>
          <a:blip r:embed="rId3"/>
          <a:stretch>
            <a:fillRect/>
          </a:stretch>
        </p:blipFill>
        <p:spPr>
          <a:xfrm>
            <a:off x="3219452" y="1005147"/>
            <a:ext cx="2705096" cy="1566603"/>
          </a:xfrm>
          <a:prstGeom prst="rect">
            <a:avLst/>
          </a:prstGeom>
        </p:spPr>
      </p:pic>
      <p:pic>
        <p:nvPicPr>
          <p:cNvPr id="39" name="Immagine 38">
            <a:extLst>
              <a:ext uri="{FF2B5EF4-FFF2-40B4-BE49-F238E27FC236}">
                <a16:creationId xmlns:a16="http://schemas.microsoft.com/office/drawing/2014/main" id="{E5ED4573-A612-9B9E-EF57-A1F049DBF384}"/>
              </a:ext>
            </a:extLst>
          </p:cNvPr>
          <p:cNvPicPr>
            <a:picLocks noChangeAspect="1"/>
          </p:cNvPicPr>
          <p:nvPr/>
        </p:nvPicPr>
        <p:blipFill>
          <a:blip r:embed="rId4"/>
          <a:stretch>
            <a:fillRect/>
          </a:stretch>
        </p:blipFill>
        <p:spPr>
          <a:xfrm>
            <a:off x="6030410" y="998807"/>
            <a:ext cx="2546431" cy="1572943"/>
          </a:xfrm>
          <a:prstGeom prst="rect">
            <a:avLst/>
          </a:prstGeom>
        </p:spPr>
      </p:pic>
      <p:pic>
        <p:nvPicPr>
          <p:cNvPr id="41" name="Immagine 40">
            <a:extLst>
              <a:ext uri="{FF2B5EF4-FFF2-40B4-BE49-F238E27FC236}">
                <a16:creationId xmlns:a16="http://schemas.microsoft.com/office/drawing/2014/main" id="{49570DF6-C4BC-8F93-A319-7E361DC7A0A6}"/>
              </a:ext>
            </a:extLst>
          </p:cNvPr>
          <p:cNvPicPr>
            <a:picLocks noChangeAspect="1"/>
          </p:cNvPicPr>
          <p:nvPr/>
        </p:nvPicPr>
        <p:blipFill>
          <a:blip r:embed="rId5"/>
          <a:stretch>
            <a:fillRect/>
          </a:stretch>
        </p:blipFill>
        <p:spPr>
          <a:xfrm>
            <a:off x="408493" y="2832324"/>
            <a:ext cx="2705096" cy="1566603"/>
          </a:xfrm>
          <a:prstGeom prst="rect">
            <a:avLst/>
          </a:prstGeom>
        </p:spPr>
      </p:pic>
      <p:sp>
        <p:nvSpPr>
          <p:cNvPr id="43" name="Rectangle 1">
            <a:extLst>
              <a:ext uri="{FF2B5EF4-FFF2-40B4-BE49-F238E27FC236}">
                <a16:creationId xmlns:a16="http://schemas.microsoft.com/office/drawing/2014/main" id="{0599E20C-F162-1F98-1892-05ACF26BB9C1}"/>
              </a:ext>
            </a:extLst>
          </p:cNvPr>
          <p:cNvSpPr>
            <a:spLocks noChangeArrowheads="1"/>
          </p:cNvSpPr>
          <p:nvPr/>
        </p:nvSpPr>
        <p:spPr bwMode="auto">
          <a:xfrm flipH="1">
            <a:off x="3219452" y="2644601"/>
            <a:ext cx="579845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lang="it-IT" altLang="it-IT" sz="1800" b="1" dirty="0">
              <a:solidFill>
                <a:schemeClr val="tx1"/>
              </a:solidFill>
              <a:latin typeface="Albert Sans" panose="020B060402020202020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800" b="1" i="0" u="none" strike="noStrike" cap="none" normalizeH="0" baseline="0" dirty="0">
                <a:ln>
                  <a:noFill/>
                </a:ln>
                <a:solidFill>
                  <a:schemeClr val="tx1"/>
                </a:solidFill>
                <a:effectLst/>
                <a:latin typeface="Albert Sans" panose="020B0604020202020204" charset="0"/>
              </a:rPr>
              <a:t>Concentrazione dei Dati</a:t>
            </a:r>
            <a:r>
              <a:rPr kumimoji="0" lang="it-IT" altLang="it-IT" sz="1800" b="0" i="0" u="none" strike="noStrike" cap="none" normalizeH="0" baseline="0" dirty="0">
                <a:ln>
                  <a:noFill/>
                </a:ln>
                <a:solidFill>
                  <a:schemeClr val="tx1"/>
                </a:solidFill>
                <a:effectLst/>
                <a:latin typeface="Albert Sans" panose="020B0604020202020204" charset="0"/>
              </a:rPr>
              <a:t>: si trova nella parte centrale del box plot.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it-IT" altLang="it-IT" sz="1800" b="0" i="0" u="none" strike="noStrike" cap="none" normalizeH="0" baseline="0" dirty="0">
              <a:ln>
                <a:noFill/>
              </a:ln>
              <a:solidFill>
                <a:schemeClr val="tx1"/>
              </a:solidFill>
              <a:effectLst/>
              <a:latin typeface="Albert Sans" panose="020B060402020202020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800" b="1" i="0" u="none" strike="noStrike" cap="none" normalizeH="0" baseline="0" dirty="0" err="1">
                <a:ln>
                  <a:noFill/>
                </a:ln>
                <a:solidFill>
                  <a:schemeClr val="tx1"/>
                </a:solidFill>
                <a:effectLst/>
                <a:latin typeface="Albert Sans" panose="020B0604020202020204" charset="0"/>
              </a:rPr>
              <a:t>Outliers</a:t>
            </a:r>
            <a:r>
              <a:rPr kumimoji="0" lang="it-IT" altLang="it-IT" sz="1800" b="0" i="0" u="none" strike="noStrike" cap="none" normalizeH="0" baseline="0" dirty="0">
                <a:ln>
                  <a:noFill/>
                </a:ln>
                <a:solidFill>
                  <a:schemeClr val="tx1"/>
                </a:solidFill>
                <a:effectLst/>
                <a:latin typeface="Albert Sans" panose="020B0604020202020204" charset="0"/>
              </a:rPr>
              <a:t>: rappresentati da piccoli punti, sono valori atipici meno frequenti. </a:t>
            </a:r>
          </a:p>
        </p:txBody>
      </p:sp>
    </p:spTree>
    <p:extLst>
      <p:ext uri="{BB962C8B-B14F-4D97-AF65-F5344CB8AC3E}">
        <p14:creationId xmlns:p14="http://schemas.microsoft.com/office/powerpoint/2010/main" val="2587347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9160ADC-8B41-C618-7BCC-7D28EA62F97D}"/>
              </a:ext>
            </a:extLst>
          </p:cNvPr>
          <p:cNvSpPr>
            <a:spLocks noGrp="1"/>
          </p:cNvSpPr>
          <p:nvPr>
            <p:ph type="title"/>
          </p:nvPr>
        </p:nvSpPr>
        <p:spPr>
          <a:xfrm>
            <a:off x="281353" y="104763"/>
            <a:ext cx="4294800" cy="1330248"/>
          </a:xfrm>
        </p:spPr>
        <p:txBody>
          <a:bodyPr/>
          <a:lstStyle/>
          <a:p>
            <a:r>
              <a:rPr lang="it-IT" dirty="0"/>
              <a:t>Matrice di Correlazione</a:t>
            </a:r>
          </a:p>
        </p:txBody>
      </p:sp>
      <p:sp>
        <p:nvSpPr>
          <p:cNvPr id="3" name="Sottotitolo 2">
            <a:extLst>
              <a:ext uri="{FF2B5EF4-FFF2-40B4-BE49-F238E27FC236}">
                <a16:creationId xmlns:a16="http://schemas.microsoft.com/office/drawing/2014/main" id="{E99645AA-1267-F440-5004-3EC61DBEA67D}"/>
              </a:ext>
            </a:extLst>
          </p:cNvPr>
          <p:cNvSpPr>
            <a:spLocks noGrp="1"/>
          </p:cNvSpPr>
          <p:nvPr>
            <p:ph type="subTitle" idx="1"/>
          </p:nvPr>
        </p:nvSpPr>
        <p:spPr>
          <a:xfrm>
            <a:off x="-200722" y="769887"/>
            <a:ext cx="3717073" cy="3455409"/>
          </a:xfrm>
        </p:spPr>
        <p:txBody>
          <a:bodyPr/>
          <a:lstStyle/>
          <a:p>
            <a:pPr marL="457200" marR="0" lvl="0" indent="-317500" algn="l" defTabSz="914400" rtl="0" eaLnBrk="1" fontAlgn="auto" latinLnBrk="0" hangingPunct="1">
              <a:lnSpc>
                <a:spcPct val="100000"/>
              </a:lnSpc>
              <a:spcBef>
                <a:spcPts val="0"/>
              </a:spcBef>
              <a:spcAft>
                <a:spcPts val="0"/>
              </a:spcAft>
              <a:buClr>
                <a:srgbClr val="13304E"/>
              </a:buClr>
              <a:buSzPts val="1400"/>
              <a:buFont typeface="Albert Sans"/>
              <a:buNone/>
              <a:tabLst/>
              <a:defRPr/>
            </a:pPr>
            <a:r>
              <a:rPr kumimoji="0" lang="it-IT" sz="1600" b="0" i="0" u="none" strike="noStrike" kern="0" cap="none" spc="0" normalizeH="0" baseline="0" noProof="0" dirty="0">
                <a:ln>
                  <a:noFill/>
                </a:ln>
                <a:solidFill>
                  <a:srgbClr val="13304E"/>
                </a:solidFill>
                <a:effectLst/>
                <a:uLnTx/>
                <a:uFillTx/>
                <a:latin typeface="Albert Sans"/>
                <a:sym typeface="Albert Sans"/>
              </a:rPr>
              <a:t>      </a:t>
            </a:r>
            <a:r>
              <a:rPr kumimoji="0" lang="it-IT" sz="1400" b="0" i="0" u="none" strike="noStrike" kern="0" cap="none" spc="0" normalizeH="0" baseline="0" noProof="0" dirty="0" err="1">
                <a:ln>
                  <a:noFill/>
                </a:ln>
                <a:solidFill>
                  <a:srgbClr val="13304E"/>
                </a:solidFill>
                <a:effectLst/>
                <a:uLnTx/>
                <a:uFillTx/>
                <a:latin typeface="Albert Sans"/>
                <a:sym typeface="Albert Sans"/>
              </a:rPr>
              <a:t>é</a:t>
            </a:r>
            <a:r>
              <a:rPr kumimoji="0" lang="it-IT" sz="1400" b="0" i="0" u="none" strike="noStrike" kern="0" cap="none" spc="0" normalizeH="0" baseline="0" noProof="0" dirty="0">
                <a:ln>
                  <a:noFill/>
                </a:ln>
                <a:solidFill>
                  <a:srgbClr val="13304E"/>
                </a:solidFill>
                <a:effectLst/>
                <a:uLnTx/>
                <a:uFillTx/>
                <a:latin typeface="Albert Sans"/>
                <a:sym typeface="Albert Sans"/>
              </a:rPr>
              <a:t> uno strumento statistico che mostra il coefficiente di correlazione tra coppie di variabili. Il coefficiente di correlazione misura la forza e la direzione della relazione lineare tra due variabili, con valori che vanno da -1 a 1.</a:t>
            </a:r>
          </a:p>
          <a:p>
            <a:endParaRPr lang="it-IT" sz="1400" dirty="0"/>
          </a:p>
          <a:p>
            <a:endParaRPr lang="it-IT" dirty="0"/>
          </a:p>
        </p:txBody>
      </p:sp>
      <p:pic>
        <p:nvPicPr>
          <p:cNvPr id="5" name="Immagine 4">
            <a:extLst>
              <a:ext uri="{FF2B5EF4-FFF2-40B4-BE49-F238E27FC236}">
                <a16:creationId xmlns:a16="http://schemas.microsoft.com/office/drawing/2014/main" id="{3289AA00-3CE8-FBE8-3932-193592260638}"/>
              </a:ext>
            </a:extLst>
          </p:cNvPr>
          <p:cNvPicPr>
            <a:picLocks noChangeAspect="1"/>
          </p:cNvPicPr>
          <p:nvPr/>
        </p:nvPicPr>
        <p:blipFill>
          <a:blip r:embed="rId2"/>
          <a:stretch>
            <a:fillRect/>
          </a:stretch>
        </p:blipFill>
        <p:spPr>
          <a:xfrm>
            <a:off x="3609343" y="104763"/>
            <a:ext cx="5384800" cy="4408737"/>
          </a:xfrm>
          <a:prstGeom prst="rect">
            <a:avLst/>
          </a:prstGeom>
        </p:spPr>
      </p:pic>
      <p:sp>
        <p:nvSpPr>
          <p:cNvPr id="7" name="CasellaDiTesto 6">
            <a:extLst>
              <a:ext uri="{FF2B5EF4-FFF2-40B4-BE49-F238E27FC236}">
                <a16:creationId xmlns:a16="http://schemas.microsoft.com/office/drawing/2014/main" id="{01C2EF43-91C1-D524-E133-D03F03CD23DA}"/>
              </a:ext>
            </a:extLst>
          </p:cNvPr>
          <p:cNvSpPr txBox="1"/>
          <p:nvPr/>
        </p:nvSpPr>
        <p:spPr>
          <a:xfrm>
            <a:off x="149857" y="3460034"/>
            <a:ext cx="4672360" cy="692497"/>
          </a:xfrm>
          <a:prstGeom prst="rect">
            <a:avLst/>
          </a:prstGeom>
          <a:noFill/>
        </p:spPr>
        <p:txBody>
          <a:bodyPr wrap="square">
            <a:spAutoFit/>
          </a:bodyPr>
          <a:lstStyle/>
          <a:p>
            <a:pPr marL="457200" marR="0" lvl="0" indent="-317500" algn="l" defTabSz="914400" rtl="0" eaLnBrk="1" fontAlgn="auto" latinLnBrk="0" hangingPunct="1">
              <a:lnSpc>
                <a:spcPct val="100000"/>
              </a:lnSpc>
              <a:spcBef>
                <a:spcPts val="0"/>
              </a:spcBef>
              <a:spcAft>
                <a:spcPts val="0"/>
              </a:spcAft>
              <a:buClr>
                <a:srgbClr val="13304E"/>
              </a:buClr>
              <a:buSzPts val="1400"/>
              <a:buFont typeface="Arial" panose="020B0604020202020204" pitchFamily="34" charset="0"/>
              <a:buChar char="•"/>
              <a:tabLst/>
              <a:defRPr/>
            </a:pPr>
            <a:r>
              <a:rPr kumimoji="0" lang="it-IT" sz="1300" b="1" i="0" u="none" strike="noStrike" kern="0" cap="none" spc="0" normalizeH="0" baseline="0" noProof="0" dirty="0">
                <a:ln>
                  <a:noFill/>
                </a:ln>
                <a:solidFill>
                  <a:srgbClr val="FF0000"/>
                </a:solidFill>
                <a:effectLst/>
                <a:uLnTx/>
                <a:uFillTx/>
                <a:latin typeface="Albert Sans"/>
                <a:sym typeface="Albert Sans"/>
              </a:rPr>
              <a:t>1</a:t>
            </a:r>
            <a:r>
              <a:rPr kumimoji="0" lang="it-IT" sz="1300" b="0" i="0" u="none" strike="noStrike" kern="0" cap="none" spc="0" normalizeH="0" baseline="0" noProof="0" dirty="0">
                <a:ln>
                  <a:noFill/>
                </a:ln>
                <a:solidFill>
                  <a:srgbClr val="13304E"/>
                </a:solidFill>
                <a:effectLst/>
                <a:uLnTx/>
                <a:uFillTx/>
                <a:latin typeface="Albert Sans"/>
                <a:sym typeface="Albert Sans"/>
              </a:rPr>
              <a:t>: Correlazione positiva perfetta.</a:t>
            </a:r>
          </a:p>
          <a:p>
            <a:pPr marL="457200" marR="0" lvl="0" indent="-317500" algn="l" defTabSz="914400" rtl="0" eaLnBrk="1" fontAlgn="auto" latinLnBrk="0" hangingPunct="1">
              <a:lnSpc>
                <a:spcPct val="100000"/>
              </a:lnSpc>
              <a:spcBef>
                <a:spcPts val="0"/>
              </a:spcBef>
              <a:spcAft>
                <a:spcPts val="0"/>
              </a:spcAft>
              <a:buClr>
                <a:srgbClr val="13304E"/>
              </a:buClr>
              <a:buSzPts val="1400"/>
              <a:buFont typeface="Arial" panose="020B0604020202020204" pitchFamily="34" charset="0"/>
              <a:buChar char="•"/>
              <a:tabLst/>
              <a:defRPr/>
            </a:pPr>
            <a:r>
              <a:rPr kumimoji="0" lang="it-IT" sz="1300" b="1" i="0" u="none" strike="noStrike" kern="0" cap="none" spc="0" normalizeH="0" baseline="0" noProof="0" dirty="0">
                <a:ln>
                  <a:noFill/>
                </a:ln>
                <a:solidFill>
                  <a:srgbClr val="13304E"/>
                </a:solidFill>
                <a:effectLst/>
                <a:uLnTx/>
                <a:uFillTx/>
                <a:latin typeface="Albert Sans"/>
                <a:sym typeface="Albert Sans"/>
              </a:rPr>
              <a:t>0</a:t>
            </a:r>
            <a:r>
              <a:rPr kumimoji="0" lang="it-IT" sz="1300" b="0" i="0" u="none" strike="noStrike" kern="0" cap="none" spc="0" normalizeH="0" baseline="0" noProof="0" dirty="0">
                <a:ln>
                  <a:noFill/>
                </a:ln>
                <a:solidFill>
                  <a:srgbClr val="13304E"/>
                </a:solidFill>
                <a:effectLst/>
                <a:uLnTx/>
                <a:uFillTx/>
                <a:latin typeface="Albert Sans"/>
                <a:sym typeface="Albert Sans"/>
              </a:rPr>
              <a:t>: Nessuna correlazione.</a:t>
            </a:r>
          </a:p>
          <a:p>
            <a:pPr marL="457200" marR="0" lvl="0" indent="-317500" algn="l" defTabSz="914400" rtl="0" eaLnBrk="1" fontAlgn="auto" latinLnBrk="0" hangingPunct="1">
              <a:lnSpc>
                <a:spcPct val="100000"/>
              </a:lnSpc>
              <a:spcBef>
                <a:spcPts val="0"/>
              </a:spcBef>
              <a:spcAft>
                <a:spcPts val="0"/>
              </a:spcAft>
              <a:buClr>
                <a:srgbClr val="13304E"/>
              </a:buClr>
              <a:buSzPts val="1400"/>
              <a:buFont typeface="Arial" panose="020B0604020202020204" pitchFamily="34" charset="0"/>
              <a:buChar char="•"/>
              <a:tabLst/>
              <a:defRPr/>
            </a:pPr>
            <a:r>
              <a:rPr kumimoji="0" lang="it-IT" sz="1300" b="1" i="0" u="none" strike="noStrike" kern="0" cap="none" spc="0" normalizeH="0" baseline="0" noProof="0" dirty="0">
                <a:ln>
                  <a:noFill/>
                </a:ln>
                <a:solidFill>
                  <a:schemeClr val="tx1">
                    <a:lumMod val="75000"/>
                    <a:lumOff val="25000"/>
                  </a:schemeClr>
                </a:solidFill>
                <a:effectLst/>
                <a:uLnTx/>
                <a:uFillTx/>
                <a:latin typeface="Albert Sans"/>
                <a:sym typeface="Albert Sans"/>
              </a:rPr>
              <a:t>-1</a:t>
            </a:r>
            <a:r>
              <a:rPr kumimoji="0" lang="it-IT" sz="1300" b="0" i="0" u="none" strike="noStrike" kern="0" cap="none" spc="0" normalizeH="0" baseline="0" noProof="0" dirty="0">
                <a:ln>
                  <a:noFill/>
                </a:ln>
                <a:solidFill>
                  <a:srgbClr val="13304E"/>
                </a:solidFill>
                <a:effectLst/>
                <a:uLnTx/>
                <a:uFillTx/>
                <a:latin typeface="Albert Sans"/>
                <a:sym typeface="Albert Sans"/>
              </a:rPr>
              <a:t>: Correlazione negativa perfetta.</a:t>
            </a:r>
          </a:p>
        </p:txBody>
      </p:sp>
    </p:spTree>
    <p:extLst>
      <p:ext uri="{BB962C8B-B14F-4D97-AF65-F5344CB8AC3E}">
        <p14:creationId xmlns:p14="http://schemas.microsoft.com/office/powerpoint/2010/main" val="2280085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40028F6-CE4C-BA96-17AC-34ED64EA96CA}"/>
              </a:ext>
            </a:extLst>
          </p:cNvPr>
          <p:cNvSpPr>
            <a:spLocks noGrp="1"/>
          </p:cNvSpPr>
          <p:nvPr>
            <p:ph type="title"/>
          </p:nvPr>
        </p:nvSpPr>
        <p:spPr>
          <a:xfrm>
            <a:off x="141560" y="0"/>
            <a:ext cx="7317331" cy="751624"/>
          </a:xfrm>
        </p:spPr>
        <p:txBody>
          <a:bodyPr/>
          <a:lstStyle/>
          <a:p>
            <a:r>
              <a:rPr lang="it-IT" dirty="0"/>
              <a:t>Matrice di Correlazione</a:t>
            </a:r>
          </a:p>
        </p:txBody>
      </p:sp>
      <p:sp>
        <p:nvSpPr>
          <p:cNvPr id="3" name="Sottotitolo 2">
            <a:extLst>
              <a:ext uri="{FF2B5EF4-FFF2-40B4-BE49-F238E27FC236}">
                <a16:creationId xmlns:a16="http://schemas.microsoft.com/office/drawing/2014/main" id="{FCBE5D27-76B4-0177-1510-D40E3B04BCCD}"/>
              </a:ext>
            </a:extLst>
          </p:cNvPr>
          <p:cNvSpPr>
            <a:spLocks noGrp="1"/>
          </p:cNvSpPr>
          <p:nvPr>
            <p:ph type="subTitle" idx="1"/>
          </p:nvPr>
        </p:nvSpPr>
        <p:spPr>
          <a:xfrm>
            <a:off x="72112" y="806924"/>
            <a:ext cx="7720316" cy="3529652"/>
          </a:xfrm>
        </p:spPr>
        <p:txBody>
          <a:bodyPr/>
          <a:lstStyle/>
          <a:p>
            <a:r>
              <a:rPr lang="it-IT" b="1" dirty="0">
                <a:solidFill>
                  <a:schemeClr val="accent1"/>
                </a:solidFill>
              </a:rPr>
              <a:t>Correlazioni Positive Forti</a:t>
            </a:r>
            <a:r>
              <a:rPr lang="it-IT" dirty="0">
                <a:solidFill>
                  <a:schemeClr val="accent1"/>
                </a:solidFill>
              </a:rPr>
              <a:t>:</a:t>
            </a:r>
          </a:p>
          <a:p>
            <a:endParaRPr lang="it-IT" dirty="0">
              <a:solidFill>
                <a:srgbClr val="C00000"/>
              </a:solidFill>
            </a:endParaRPr>
          </a:p>
          <a:p>
            <a:pPr>
              <a:buFont typeface="Arial" panose="020B0604020202020204" pitchFamily="34" charset="0"/>
              <a:buChar char="•"/>
            </a:pPr>
            <a:r>
              <a:rPr lang="it-IT" b="1" dirty="0" err="1"/>
              <a:t>Electricity</a:t>
            </a:r>
            <a:r>
              <a:rPr lang="it-IT" b="1" dirty="0"/>
              <a:t> from </a:t>
            </a:r>
            <a:r>
              <a:rPr lang="it-IT" b="1" dirty="0" err="1"/>
              <a:t>fossil</a:t>
            </a:r>
            <a:r>
              <a:rPr lang="it-IT" b="1" dirty="0"/>
              <a:t> </a:t>
            </a:r>
            <a:r>
              <a:rPr lang="it-IT" b="1" dirty="0" err="1"/>
              <a:t>fuels</a:t>
            </a:r>
            <a:r>
              <a:rPr lang="it-IT" b="1" dirty="0"/>
              <a:t> (TWh)</a:t>
            </a:r>
            <a:r>
              <a:rPr lang="it-IT" dirty="0"/>
              <a:t> e </a:t>
            </a:r>
            <a:r>
              <a:rPr lang="it-IT" b="1" dirty="0"/>
              <a:t>Value_co2_emissions_kt_by_country</a:t>
            </a:r>
            <a:r>
              <a:rPr lang="it-IT" dirty="0"/>
              <a:t> (0.99): L'aumento della produzione di elettricità da combustibili fossili è strettamente legato all'aumento delle emissioni di CO2.</a:t>
            </a:r>
          </a:p>
          <a:p>
            <a:pPr>
              <a:buFont typeface="Arial" panose="020B0604020202020204" pitchFamily="34" charset="0"/>
              <a:buChar char="•"/>
            </a:pPr>
            <a:r>
              <a:rPr lang="it-IT" b="1" dirty="0"/>
              <a:t>Low-carbon </a:t>
            </a:r>
            <a:r>
              <a:rPr lang="it-IT" b="1" dirty="0" err="1"/>
              <a:t>electricity</a:t>
            </a:r>
            <a:r>
              <a:rPr lang="it-IT" b="1" dirty="0"/>
              <a:t> (% </a:t>
            </a:r>
            <a:r>
              <a:rPr lang="it-IT" b="1" dirty="0" err="1"/>
              <a:t>electricity</a:t>
            </a:r>
            <a:r>
              <a:rPr lang="it-IT" b="1" dirty="0"/>
              <a:t>)</a:t>
            </a:r>
            <a:r>
              <a:rPr lang="it-IT" dirty="0"/>
              <a:t> e </a:t>
            </a:r>
            <a:r>
              <a:rPr lang="it-IT" b="1" dirty="0" err="1"/>
              <a:t>Renewables</a:t>
            </a:r>
            <a:r>
              <a:rPr lang="it-IT" b="1" dirty="0"/>
              <a:t> (% </a:t>
            </a:r>
            <a:r>
              <a:rPr lang="it-IT" b="1" dirty="0" err="1"/>
              <a:t>equivalent</a:t>
            </a:r>
            <a:r>
              <a:rPr lang="it-IT" b="1" dirty="0"/>
              <a:t> </a:t>
            </a:r>
            <a:r>
              <a:rPr lang="it-IT" b="1" dirty="0" err="1"/>
              <a:t>primary</a:t>
            </a:r>
            <a:r>
              <a:rPr lang="it-IT" b="1" dirty="0"/>
              <a:t> energy)</a:t>
            </a:r>
            <a:r>
              <a:rPr lang="it-IT" dirty="0"/>
              <a:t> (0.98): L'aumento dell'elettricità a basse emissioni di carbonio è strettamente correlato con l'aumento della quota di energie rinnovabili.</a:t>
            </a:r>
          </a:p>
          <a:p>
            <a:pPr>
              <a:buFont typeface="Arial" panose="020B0604020202020204" pitchFamily="34" charset="0"/>
              <a:buChar char="•"/>
            </a:pPr>
            <a:endParaRPr lang="it-IT" dirty="0"/>
          </a:p>
          <a:p>
            <a:r>
              <a:rPr lang="it-IT" b="1" dirty="0">
                <a:solidFill>
                  <a:srgbClr val="C00000"/>
                </a:solidFill>
              </a:rPr>
              <a:t>Correlazioni Negative Forti:</a:t>
            </a:r>
          </a:p>
          <a:p>
            <a:endParaRPr lang="it-IT" b="1" dirty="0">
              <a:solidFill>
                <a:srgbClr val="C00000"/>
              </a:solidFill>
            </a:endParaRPr>
          </a:p>
          <a:p>
            <a:pPr>
              <a:buFont typeface="Arial" panose="020B0604020202020204" pitchFamily="34" charset="0"/>
              <a:buChar char="•"/>
            </a:pPr>
            <a:r>
              <a:rPr lang="it-IT" b="1" dirty="0"/>
              <a:t>Access to </a:t>
            </a:r>
            <a:r>
              <a:rPr lang="it-IT" b="1" dirty="0" err="1"/>
              <a:t>clean</a:t>
            </a:r>
            <a:r>
              <a:rPr lang="it-IT" b="1" dirty="0"/>
              <a:t> </a:t>
            </a:r>
            <a:r>
              <a:rPr lang="it-IT" b="1" dirty="0" err="1"/>
              <a:t>fuels</a:t>
            </a:r>
            <a:r>
              <a:rPr lang="it-IT" b="1" dirty="0"/>
              <a:t> for </a:t>
            </a:r>
            <a:r>
              <a:rPr lang="it-IT" b="1" dirty="0" err="1"/>
              <a:t>cooking</a:t>
            </a:r>
            <a:r>
              <a:rPr lang="it-IT" b="1" dirty="0"/>
              <a:t> </a:t>
            </a:r>
            <a:r>
              <a:rPr lang="it-IT" dirty="0"/>
              <a:t>e </a:t>
            </a:r>
            <a:r>
              <a:rPr lang="it-IT" b="1" dirty="0" err="1"/>
              <a:t>Renewable</a:t>
            </a:r>
            <a:r>
              <a:rPr lang="it-IT" b="1" dirty="0"/>
              <a:t> energy share in the </a:t>
            </a:r>
            <a:r>
              <a:rPr lang="it-IT" b="1" dirty="0" err="1"/>
              <a:t>total</a:t>
            </a:r>
            <a:r>
              <a:rPr lang="it-IT" b="1" dirty="0"/>
              <a:t> </a:t>
            </a:r>
            <a:r>
              <a:rPr lang="it-IT" b="1" dirty="0" err="1"/>
              <a:t>final</a:t>
            </a:r>
            <a:r>
              <a:rPr lang="it-IT" b="1" dirty="0"/>
              <a:t> energy </a:t>
            </a:r>
            <a:r>
              <a:rPr lang="it-IT" b="1" dirty="0" err="1"/>
              <a:t>consumption</a:t>
            </a:r>
            <a:r>
              <a:rPr lang="it-IT" b="1" dirty="0"/>
              <a:t> (%)</a:t>
            </a:r>
            <a:r>
              <a:rPr lang="it-IT" dirty="0"/>
              <a:t> (-0.8): L'accesso a combustibili puliti per cucinare è inversamente correlato con la quota di energia rinnovabile nel consumo energetico totale.</a:t>
            </a:r>
          </a:p>
        </p:txBody>
      </p:sp>
    </p:spTree>
    <p:extLst>
      <p:ext uri="{BB962C8B-B14F-4D97-AF65-F5344CB8AC3E}">
        <p14:creationId xmlns:p14="http://schemas.microsoft.com/office/powerpoint/2010/main" val="1503444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8E1FF012-EDD5-52CD-D8AA-D178C83E78A9}"/>
              </a:ext>
            </a:extLst>
          </p:cNvPr>
          <p:cNvSpPr>
            <a:spLocks noGrp="1"/>
          </p:cNvSpPr>
          <p:nvPr>
            <p:ph type="title"/>
          </p:nvPr>
        </p:nvSpPr>
        <p:spPr>
          <a:xfrm>
            <a:off x="2187654" y="-31623"/>
            <a:ext cx="6669290" cy="783984"/>
          </a:xfrm>
        </p:spPr>
        <p:txBody>
          <a:bodyPr/>
          <a:lstStyle/>
          <a:p>
            <a:r>
              <a:rPr lang="it-IT" dirty="0"/>
              <a:t>Analisi </a:t>
            </a:r>
            <a:r>
              <a:rPr lang="it-IT" dirty="0" err="1"/>
              <a:t>Univariata</a:t>
            </a:r>
            <a:endParaRPr lang="it-IT" dirty="0"/>
          </a:p>
        </p:txBody>
      </p:sp>
      <p:sp>
        <p:nvSpPr>
          <p:cNvPr id="10" name="Sottotitolo 9">
            <a:extLst>
              <a:ext uri="{FF2B5EF4-FFF2-40B4-BE49-F238E27FC236}">
                <a16:creationId xmlns:a16="http://schemas.microsoft.com/office/drawing/2014/main" id="{B55C654C-552A-73AC-B09E-35266E9A73AF}"/>
              </a:ext>
            </a:extLst>
          </p:cNvPr>
          <p:cNvSpPr>
            <a:spLocks noGrp="1"/>
          </p:cNvSpPr>
          <p:nvPr>
            <p:ph type="subTitle" idx="1"/>
          </p:nvPr>
        </p:nvSpPr>
        <p:spPr>
          <a:xfrm>
            <a:off x="437605" y="635122"/>
            <a:ext cx="8268789" cy="658640"/>
          </a:xfrm>
        </p:spPr>
        <p:txBody>
          <a:bodyPr/>
          <a:lstStyle/>
          <a:p>
            <a:pPr>
              <a:buFont typeface="Arial" panose="020B0604020202020204" pitchFamily="34" charset="0"/>
              <a:buChar char="•"/>
            </a:pPr>
            <a:r>
              <a:rPr lang="it-IT" dirty="0"/>
              <a:t>Processo di analisi di una </a:t>
            </a:r>
            <a:r>
              <a:rPr lang="it-IT" b="1" dirty="0"/>
              <a:t>singola</a:t>
            </a:r>
            <a:r>
              <a:rPr lang="it-IT" dirty="0"/>
              <a:t> variabile per comprendere meglio le sue caratteristiche e </a:t>
            </a:r>
            <a:r>
              <a:rPr lang="it-IT" b="1" dirty="0"/>
              <a:t>distribuzione</a:t>
            </a:r>
            <a:r>
              <a:rPr lang="it-IT" dirty="0"/>
              <a:t> tramite grafici a istogramma.</a:t>
            </a:r>
          </a:p>
        </p:txBody>
      </p:sp>
      <p:sp>
        <p:nvSpPr>
          <p:cNvPr id="7" name="CasellaDiTesto 6">
            <a:extLst>
              <a:ext uri="{FF2B5EF4-FFF2-40B4-BE49-F238E27FC236}">
                <a16:creationId xmlns:a16="http://schemas.microsoft.com/office/drawing/2014/main" id="{C3B0A4ED-ADDD-5C5D-AF9F-B257A68B766D}"/>
              </a:ext>
            </a:extLst>
          </p:cNvPr>
          <p:cNvSpPr txBox="1"/>
          <p:nvPr/>
        </p:nvSpPr>
        <p:spPr>
          <a:xfrm>
            <a:off x="81024" y="3291385"/>
            <a:ext cx="2615877" cy="954107"/>
          </a:xfrm>
          <a:prstGeom prst="rect">
            <a:avLst/>
          </a:prstGeom>
          <a:noFill/>
        </p:spPr>
        <p:txBody>
          <a:bodyPr wrap="square">
            <a:spAutoFit/>
          </a:bodyPr>
          <a:lstStyle/>
          <a:p>
            <a:r>
              <a:rPr lang="it-IT" dirty="0">
                <a:solidFill>
                  <a:schemeClr val="tx1"/>
                </a:solidFill>
                <a:latin typeface="Albert Sans"/>
              </a:rPr>
              <a:t>La maggior parte della popolazione ha un accesso quasi totale all'elettricità, con un picco significativo al 100%</a:t>
            </a:r>
          </a:p>
        </p:txBody>
      </p:sp>
      <p:sp>
        <p:nvSpPr>
          <p:cNvPr id="11" name="CasellaDiTesto 10">
            <a:extLst>
              <a:ext uri="{FF2B5EF4-FFF2-40B4-BE49-F238E27FC236}">
                <a16:creationId xmlns:a16="http://schemas.microsoft.com/office/drawing/2014/main" id="{14E034BA-CD64-DA7E-887A-5BB4EB18B177}"/>
              </a:ext>
            </a:extLst>
          </p:cNvPr>
          <p:cNvSpPr txBox="1"/>
          <p:nvPr/>
        </p:nvSpPr>
        <p:spPr>
          <a:xfrm>
            <a:off x="3211973" y="3291385"/>
            <a:ext cx="2436473" cy="738664"/>
          </a:xfrm>
          <a:prstGeom prst="rect">
            <a:avLst/>
          </a:prstGeom>
          <a:noFill/>
        </p:spPr>
        <p:txBody>
          <a:bodyPr wrap="square">
            <a:spAutoFit/>
          </a:bodyPr>
          <a:lstStyle/>
          <a:p>
            <a:r>
              <a:rPr lang="it-IT" dirty="0">
                <a:solidFill>
                  <a:schemeClr val="tx1"/>
                </a:solidFill>
                <a:latin typeface="Albert Sans"/>
              </a:rPr>
              <a:t>Simile all'accesso all'elettricità, con un aumento netto vicino al 100%</a:t>
            </a:r>
          </a:p>
        </p:txBody>
      </p:sp>
      <p:sp>
        <p:nvSpPr>
          <p:cNvPr id="14" name="CasellaDiTesto 13">
            <a:extLst>
              <a:ext uri="{FF2B5EF4-FFF2-40B4-BE49-F238E27FC236}">
                <a16:creationId xmlns:a16="http://schemas.microsoft.com/office/drawing/2014/main" id="{43F523F8-1C0E-DF95-C256-B2637A4D1FD9}"/>
              </a:ext>
            </a:extLst>
          </p:cNvPr>
          <p:cNvSpPr txBox="1"/>
          <p:nvPr/>
        </p:nvSpPr>
        <p:spPr>
          <a:xfrm>
            <a:off x="6051073" y="3295560"/>
            <a:ext cx="3130949" cy="1169551"/>
          </a:xfrm>
          <a:prstGeom prst="rect">
            <a:avLst/>
          </a:prstGeom>
          <a:noFill/>
        </p:spPr>
        <p:txBody>
          <a:bodyPr wrap="square">
            <a:spAutoFit/>
          </a:bodyPr>
          <a:lstStyle/>
          <a:p>
            <a:r>
              <a:rPr lang="it-IT" dirty="0">
                <a:solidFill>
                  <a:schemeClr val="tx1"/>
                </a:solidFill>
                <a:latin typeface="Albert Sans"/>
              </a:rPr>
              <a:t>La capacità generativa per capita di elettricità rinnovabile mostra una distribuzione altamente asimmetrica, con la maggior parte dei valori concentrati tra 0 e 50</a:t>
            </a:r>
          </a:p>
        </p:txBody>
      </p:sp>
      <p:pic>
        <p:nvPicPr>
          <p:cNvPr id="18" name="Immagine 17">
            <a:extLst>
              <a:ext uri="{FF2B5EF4-FFF2-40B4-BE49-F238E27FC236}">
                <a16:creationId xmlns:a16="http://schemas.microsoft.com/office/drawing/2014/main" id="{9D036E9D-B96D-9104-AFF0-B86C44F551ED}"/>
              </a:ext>
            </a:extLst>
          </p:cNvPr>
          <p:cNvPicPr>
            <a:picLocks noChangeAspect="1"/>
          </p:cNvPicPr>
          <p:nvPr/>
        </p:nvPicPr>
        <p:blipFill>
          <a:blip r:embed="rId2"/>
          <a:stretch>
            <a:fillRect/>
          </a:stretch>
        </p:blipFill>
        <p:spPr>
          <a:xfrm>
            <a:off x="81024" y="1517042"/>
            <a:ext cx="2871182" cy="1562261"/>
          </a:xfrm>
          <a:prstGeom prst="rect">
            <a:avLst/>
          </a:prstGeom>
        </p:spPr>
      </p:pic>
      <p:pic>
        <p:nvPicPr>
          <p:cNvPr id="22" name="Immagine 21">
            <a:extLst>
              <a:ext uri="{FF2B5EF4-FFF2-40B4-BE49-F238E27FC236}">
                <a16:creationId xmlns:a16="http://schemas.microsoft.com/office/drawing/2014/main" id="{30BFE53E-E34C-74E2-6F90-471A3B9BC3E2}"/>
              </a:ext>
            </a:extLst>
          </p:cNvPr>
          <p:cNvPicPr>
            <a:picLocks noChangeAspect="1"/>
          </p:cNvPicPr>
          <p:nvPr/>
        </p:nvPicPr>
        <p:blipFill>
          <a:blip r:embed="rId3"/>
          <a:stretch>
            <a:fillRect/>
          </a:stretch>
        </p:blipFill>
        <p:spPr>
          <a:xfrm>
            <a:off x="3037197" y="1517042"/>
            <a:ext cx="2871184" cy="1562262"/>
          </a:xfrm>
          <a:prstGeom prst="rect">
            <a:avLst/>
          </a:prstGeom>
        </p:spPr>
      </p:pic>
      <p:pic>
        <p:nvPicPr>
          <p:cNvPr id="25" name="Immagine 24">
            <a:extLst>
              <a:ext uri="{FF2B5EF4-FFF2-40B4-BE49-F238E27FC236}">
                <a16:creationId xmlns:a16="http://schemas.microsoft.com/office/drawing/2014/main" id="{C55FE5B5-67A6-E4AC-2C84-E4EEA9FCF6FE}"/>
              </a:ext>
            </a:extLst>
          </p:cNvPr>
          <p:cNvPicPr>
            <a:picLocks noChangeAspect="1"/>
          </p:cNvPicPr>
          <p:nvPr/>
        </p:nvPicPr>
        <p:blipFill>
          <a:blip r:embed="rId3"/>
          <a:stretch>
            <a:fillRect/>
          </a:stretch>
        </p:blipFill>
        <p:spPr>
          <a:xfrm>
            <a:off x="6051074" y="1517041"/>
            <a:ext cx="2871184" cy="1562262"/>
          </a:xfrm>
          <a:prstGeom prst="rect">
            <a:avLst/>
          </a:prstGeom>
        </p:spPr>
      </p:pic>
    </p:spTree>
    <p:extLst>
      <p:ext uri="{BB962C8B-B14F-4D97-AF65-F5344CB8AC3E}">
        <p14:creationId xmlns:p14="http://schemas.microsoft.com/office/powerpoint/2010/main" val="608331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ottotitolo 5">
            <a:extLst>
              <a:ext uri="{FF2B5EF4-FFF2-40B4-BE49-F238E27FC236}">
                <a16:creationId xmlns:a16="http://schemas.microsoft.com/office/drawing/2014/main" id="{427F53C3-FFEB-DDCC-FAAC-1CE282D03745}"/>
              </a:ext>
            </a:extLst>
          </p:cNvPr>
          <p:cNvSpPr>
            <a:spLocks noGrp="1"/>
          </p:cNvSpPr>
          <p:nvPr>
            <p:ph type="subTitle" idx="1"/>
          </p:nvPr>
        </p:nvSpPr>
        <p:spPr>
          <a:xfrm>
            <a:off x="0" y="2761482"/>
            <a:ext cx="3113593" cy="1923831"/>
          </a:xfrm>
        </p:spPr>
        <p:txBody>
          <a:bodyPr/>
          <a:lstStyle/>
          <a:p>
            <a:r>
              <a:rPr lang="it-IT" dirty="0"/>
              <a:t>       La maggior parte dei paesi ha una bassa percentuale di energia rinnovabile sul totale del consumo energetico, con un picco intorno al 0-10%</a:t>
            </a:r>
          </a:p>
        </p:txBody>
      </p:sp>
      <p:sp>
        <p:nvSpPr>
          <p:cNvPr id="7" name="Sottotitolo 5">
            <a:extLst>
              <a:ext uri="{FF2B5EF4-FFF2-40B4-BE49-F238E27FC236}">
                <a16:creationId xmlns:a16="http://schemas.microsoft.com/office/drawing/2014/main" id="{3C84A908-2777-062A-29A3-11B0202F32AC}"/>
              </a:ext>
            </a:extLst>
          </p:cNvPr>
          <p:cNvSpPr txBox="1">
            <a:spLocks/>
          </p:cNvSpPr>
          <p:nvPr/>
        </p:nvSpPr>
        <p:spPr>
          <a:xfrm>
            <a:off x="3023366" y="2748690"/>
            <a:ext cx="3261687" cy="20627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1pPr>
            <a:lvl2pPr marL="914400" marR="0" lvl="1"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2pPr>
            <a:lvl3pPr marL="1371600" marR="0" lvl="2"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3pPr>
            <a:lvl4pPr marL="1828800" marR="0" lvl="3"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4pPr>
            <a:lvl5pPr marL="2286000" marR="0" lvl="4"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5pPr>
            <a:lvl6pPr marL="2743200" marR="0" lvl="5"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6pPr>
            <a:lvl7pPr marL="3200400" marR="0" lvl="6"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7pPr>
            <a:lvl8pPr marL="3657600" marR="0" lvl="7"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8pPr>
            <a:lvl9pPr marL="4114800" marR="0" lvl="8"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9pPr>
          </a:lstStyle>
          <a:p>
            <a:r>
              <a:rPr lang="it-IT" dirty="0"/>
              <a:t>       La produzione di elettricità da combustibili fossili è fortemente concentrata a livelli bassi, con pochi paesi che producono oltre 1000 TWh</a:t>
            </a:r>
          </a:p>
        </p:txBody>
      </p:sp>
      <p:sp>
        <p:nvSpPr>
          <p:cNvPr id="9" name="CasellaDiTesto 8">
            <a:extLst>
              <a:ext uri="{FF2B5EF4-FFF2-40B4-BE49-F238E27FC236}">
                <a16:creationId xmlns:a16="http://schemas.microsoft.com/office/drawing/2014/main" id="{A23005DE-CC98-E1C6-F320-BB8E26E1B59F}"/>
              </a:ext>
            </a:extLst>
          </p:cNvPr>
          <p:cNvSpPr txBox="1"/>
          <p:nvPr/>
        </p:nvSpPr>
        <p:spPr>
          <a:xfrm>
            <a:off x="6475444" y="2761482"/>
            <a:ext cx="2309741" cy="1384995"/>
          </a:xfrm>
          <a:prstGeom prst="rect">
            <a:avLst/>
          </a:prstGeom>
          <a:noFill/>
        </p:spPr>
        <p:txBody>
          <a:bodyPr wrap="square">
            <a:spAutoFit/>
          </a:bodyPr>
          <a:lstStyle/>
          <a:p>
            <a:r>
              <a:rPr lang="it-IT" dirty="0">
                <a:solidFill>
                  <a:schemeClr val="tx1"/>
                </a:solidFill>
                <a:latin typeface="Albert Sans"/>
              </a:rPr>
              <a:t>La produzione di elettricità nucleare è anch'essa concentrata a livelli bassi, con pochi paesi che producono quantità significative</a:t>
            </a:r>
          </a:p>
        </p:txBody>
      </p:sp>
      <p:sp>
        <p:nvSpPr>
          <p:cNvPr id="15" name="CasellaDiTesto 14">
            <a:extLst>
              <a:ext uri="{FF2B5EF4-FFF2-40B4-BE49-F238E27FC236}">
                <a16:creationId xmlns:a16="http://schemas.microsoft.com/office/drawing/2014/main" id="{EB3B606F-BEB5-78FA-AAD8-255F824DED7A}"/>
              </a:ext>
            </a:extLst>
          </p:cNvPr>
          <p:cNvSpPr txBox="1"/>
          <p:nvPr/>
        </p:nvSpPr>
        <p:spPr>
          <a:xfrm>
            <a:off x="2368209" y="104244"/>
            <a:ext cx="4572000" cy="707886"/>
          </a:xfrm>
          <a:prstGeom prst="rect">
            <a:avLst/>
          </a:prstGeom>
          <a:noFill/>
        </p:spPr>
        <p:txBody>
          <a:bodyPr wrap="square">
            <a:spAutoFit/>
          </a:bodyPr>
          <a:lstStyle/>
          <a:p>
            <a:r>
              <a:rPr kumimoji="0" lang="it-IT" sz="4000" b="1" i="0" u="none" strike="noStrike" kern="0" cap="none" spc="0" normalizeH="0" baseline="0" noProof="0" dirty="0">
                <a:ln>
                  <a:noFill/>
                </a:ln>
                <a:solidFill>
                  <a:srgbClr val="13304E"/>
                </a:solidFill>
                <a:effectLst/>
                <a:uLnTx/>
                <a:uFillTx/>
                <a:latin typeface="Albert Sans"/>
                <a:sym typeface="Albert Sans"/>
              </a:rPr>
              <a:t>Analisi </a:t>
            </a:r>
            <a:r>
              <a:rPr kumimoji="0" lang="it-IT" sz="4000" b="1" i="0" u="none" strike="noStrike" kern="0" cap="none" spc="0" normalizeH="0" baseline="0" noProof="0" dirty="0" err="1">
                <a:ln>
                  <a:noFill/>
                </a:ln>
                <a:solidFill>
                  <a:srgbClr val="13304E"/>
                </a:solidFill>
                <a:effectLst/>
                <a:uLnTx/>
                <a:uFillTx/>
                <a:latin typeface="Albert Sans"/>
                <a:sym typeface="Albert Sans"/>
              </a:rPr>
              <a:t>Univariata</a:t>
            </a:r>
            <a:endParaRPr lang="it-IT" dirty="0"/>
          </a:p>
        </p:txBody>
      </p:sp>
      <p:pic>
        <p:nvPicPr>
          <p:cNvPr id="20" name="Immagine 19">
            <a:extLst>
              <a:ext uri="{FF2B5EF4-FFF2-40B4-BE49-F238E27FC236}">
                <a16:creationId xmlns:a16="http://schemas.microsoft.com/office/drawing/2014/main" id="{52EA6CB7-E568-F5F3-EB75-6D61DED59F92}"/>
              </a:ext>
            </a:extLst>
          </p:cNvPr>
          <p:cNvPicPr>
            <a:picLocks noChangeAspect="1"/>
          </p:cNvPicPr>
          <p:nvPr/>
        </p:nvPicPr>
        <p:blipFill>
          <a:blip r:embed="rId2"/>
          <a:stretch>
            <a:fillRect/>
          </a:stretch>
        </p:blipFill>
        <p:spPr>
          <a:xfrm>
            <a:off x="74309" y="1002034"/>
            <a:ext cx="2964973" cy="1613294"/>
          </a:xfrm>
          <a:prstGeom prst="rect">
            <a:avLst/>
          </a:prstGeom>
        </p:spPr>
      </p:pic>
      <p:pic>
        <p:nvPicPr>
          <p:cNvPr id="22" name="Immagine 21">
            <a:extLst>
              <a:ext uri="{FF2B5EF4-FFF2-40B4-BE49-F238E27FC236}">
                <a16:creationId xmlns:a16="http://schemas.microsoft.com/office/drawing/2014/main" id="{BD5A53A6-E0A2-21A3-ED07-F9B4F518E8C8}"/>
              </a:ext>
            </a:extLst>
          </p:cNvPr>
          <p:cNvPicPr>
            <a:picLocks noChangeAspect="1"/>
          </p:cNvPicPr>
          <p:nvPr/>
        </p:nvPicPr>
        <p:blipFill>
          <a:blip r:embed="rId3"/>
          <a:stretch>
            <a:fillRect/>
          </a:stretch>
        </p:blipFill>
        <p:spPr>
          <a:xfrm>
            <a:off x="3089513" y="1002034"/>
            <a:ext cx="2964973" cy="1613294"/>
          </a:xfrm>
          <a:prstGeom prst="rect">
            <a:avLst/>
          </a:prstGeom>
        </p:spPr>
      </p:pic>
      <p:pic>
        <p:nvPicPr>
          <p:cNvPr id="24" name="Immagine 23">
            <a:extLst>
              <a:ext uri="{FF2B5EF4-FFF2-40B4-BE49-F238E27FC236}">
                <a16:creationId xmlns:a16="http://schemas.microsoft.com/office/drawing/2014/main" id="{FC9634CE-3A93-6CA2-AE55-EB0F56729CC2}"/>
              </a:ext>
            </a:extLst>
          </p:cNvPr>
          <p:cNvPicPr>
            <a:picLocks noChangeAspect="1"/>
          </p:cNvPicPr>
          <p:nvPr/>
        </p:nvPicPr>
        <p:blipFill>
          <a:blip r:embed="rId4"/>
          <a:stretch>
            <a:fillRect/>
          </a:stretch>
        </p:blipFill>
        <p:spPr>
          <a:xfrm>
            <a:off x="6106322" y="997023"/>
            <a:ext cx="2974182" cy="1618305"/>
          </a:xfrm>
          <a:prstGeom prst="rect">
            <a:avLst/>
          </a:prstGeom>
        </p:spPr>
      </p:pic>
    </p:spTree>
    <p:extLst>
      <p:ext uri="{BB962C8B-B14F-4D97-AF65-F5344CB8AC3E}">
        <p14:creationId xmlns:p14="http://schemas.microsoft.com/office/powerpoint/2010/main" val="1753253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8E1FF012-EDD5-52CD-D8AA-D178C83E78A9}"/>
              </a:ext>
            </a:extLst>
          </p:cNvPr>
          <p:cNvSpPr>
            <a:spLocks noGrp="1"/>
          </p:cNvSpPr>
          <p:nvPr>
            <p:ph type="title"/>
          </p:nvPr>
        </p:nvSpPr>
        <p:spPr>
          <a:xfrm>
            <a:off x="2377493" y="-2"/>
            <a:ext cx="6669290" cy="783984"/>
          </a:xfrm>
        </p:spPr>
        <p:txBody>
          <a:bodyPr/>
          <a:lstStyle/>
          <a:p>
            <a:r>
              <a:rPr lang="it-IT" dirty="0"/>
              <a:t>Analisi </a:t>
            </a:r>
            <a:r>
              <a:rPr lang="it-IT" dirty="0" err="1"/>
              <a:t>Univariata</a:t>
            </a:r>
            <a:endParaRPr lang="it-IT" dirty="0"/>
          </a:p>
        </p:txBody>
      </p:sp>
      <p:sp>
        <p:nvSpPr>
          <p:cNvPr id="4" name="Sottotitolo 5">
            <a:extLst>
              <a:ext uri="{FF2B5EF4-FFF2-40B4-BE49-F238E27FC236}">
                <a16:creationId xmlns:a16="http://schemas.microsoft.com/office/drawing/2014/main" id="{3F51A0B1-DEB8-15EF-0B1E-DF101C62F321}"/>
              </a:ext>
            </a:extLst>
          </p:cNvPr>
          <p:cNvSpPr>
            <a:spLocks noGrp="1"/>
          </p:cNvSpPr>
          <p:nvPr>
            <p:ph type="subTitle" idx="1"/>
          </p:nvPr>
        </p:nvSpPr>
        <p:spPr>
          <a:xfrm>
            <a:off x="-172437" y="2222646"/>
            <a:ext cx="3113593" cy="1923831"/>
          </a:xfrm>
        </p:spPr>
        <p:txBody>
          <a:bodyPr/>
          <a:lstStyle/>
          <a:p>
            <a:r>
              <a:rPr lang="it-IT" sz="1400" dirty="0"/>
              <a:t>      La maggior parte dei paesi produce meno di 50 TWh di elettricità da fonti rinnovabili, con un picco significativo vicino allo zero</a:t>
            </a:r>
          </a:p>
        </p:txBody>
      </p:sp>
      <p:sp>
        <p:nvSpPr>
          <p:cNvPr id="5" name="Sottotitolo 5">
            <a:extLst>
              <a:ext uri="{FF2B5EF4-FFF2-40B4-BE49-F238E27FC236}">
                <a16:creationId xmlns:a16="http://schemas.microsoft.com/office/drawing/2014/main" id="{78B28858-AABC-2720-608B-98FC5E7907E3}"/>
              </a:ext>
            </a:extLst>
          </p:cNvPr>
          <p:cNvSpPr txBox="1">
            <a:spLocks/>
          </p:cNvSpPr>
          <p:nvPr/>
        </p:nvSpPr>
        <p:spPr>
          <a:xfrm>
            <a:off x="2871588" y="2571750"/>
            <a:ext cx="3261687" cy="20627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1pPr>
            <a:lvl2pPr marL="914400" marR="0" lvl="1"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2pPr>
            <a:lvl3pPr marL="1371600" marR="0" lvl="2"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3pPr>
            <a:lvl4pPr marL="1828800" marR="0" lvl="3"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4pPr>
            <a:lvl5pPr marL="2286000" marR="0" lvl="4"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5pPr>
            <a:lvl6pPr marL="2743200" marR="0" lvl="5"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6pPr>
            <a:lvl7pPr marL="3200400" marR="0" lvl="6"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7pPr>
            <a:lvl8pPr marL="3657600" marR="0" lvl="7"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8pPr>
            <a:lvl9pPr marL="4114800" marR="0" lvl="8"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9pPr>
          </a:lstStyle>
          <a:p>
            <a:r>
              <a:rPr lang="it-IT" dirty="0"/>
              <a:t>        La maggior parte dei paesi ha una percentuale bassa di elettricità a basse emissioni di carbonio, con un picco significativo vicino a zero. Tuttavia, c'è una distribuzione più ampia con alcuni paesi che hanno valori elevati fino all'80%</a:t>
            </a:r>
          </a:p>
        </p:txBody>
      </p:sp>
      <p:sp>
        <p:nvSpPr>
          <p:cNvPr id="6" name="CasellaDiTesto 5">
            <a:extLst>
              <a:ext uri="{FF2B5EF4-FFF2-40B4-BE49-F238E27FC236}">
                <a16:creationId xmlns:a16="http://schemas.microsoft.com/office/drawing/2014/main" id="{A6F36C93-382D-A343-B32B-E8986ACEAE64}"/>
              </a:ext>
            </a:extLst>
          </p:cNvPr>
          <p:cNvSpPr txBox="1"/>
          <p:nvPr/>
        </p:nvSpPr>
        <p:spPr>
          <a:xfrm>
            <a:off x="6371271" y="2668885"/>
            <a:ext cx="2309741" cy="1384995"/>
          </a:xfrm>
          <a:prstGeom prst="rect">
            <a:avLst/>
          </a:prstGeom>
          <a:noFill/>
        </p:spPr>
        <p:txBody>
          <a:bodyPr wrap="square">
            <a:spAutoFit/>
          </a:bodyPr>
          <a:lstStyle/>
          <a:p>
            <a:r>
              <a:rPr lang="it-IT" dirty="0">
                <a:solidFill>
                  <a:schemeClr val="tx1"/>
                </a:solidFill>
                <a:latin typeface="Albert Sans"/>
              </a:rPr>
              <a:t>La maggior parte dei paesi ha emissioni di CO2 relativamente basse, con un picco significativo vicino a zero. Pochi paesi hanno emissioni molto elevate</a:t>
            </a:r>
          </a:p>
        </p:txBody>
      </p:sp>
      <p:pic>
        <p:nvPicPr>
          <p:cNvPr id="8" name="Immagine 7">
            <a:extLst>
              <a:ext uri="{FF2B5EF4-FFF2-40B4-BE49-F238E27FC236}">
                <a16:creationId xmlns:a16="http://schemas.microsoft.com/office/drawing/2014/main" id="{E0C9BC66-D7E7-64B3-0344-88F7A5232813}"/>
              </a:ext>
            </a:extLst>
          </p:cNvPr>
          <p:cNvPicPr>
            <a:picLocks noChangeAspect="1"/>
          </p:cNvPicPr>
          <p:nvPr/>
        </p:nvPicPr>
        <p:blipFill>
          <a:blip r:embed="rId2"/>
          <a:stretch>
            <a:fillRect/>
          </a:stretch>
        </p:blipFill>
        <p:spPr>
          <a:xfrm>
            <a:off x="137010" y="934706"/>
            <a:ext cx="2910137" cy="1583457"/>
          </a:xfrm>
          <a:prstGeom prst="rect">
            <a:avLst/>
          </a:prstGeom>
        </p:spPr>
      </p:pic>
      <p:pic>
        <p:nvPicPr>
          <p:cNvPr id="12" name="Immagine 11">
            <a:extLst>
              <a:ext uri="{FF2B5EF4-FFF2-40B4-BE49-F238E27FC236}">
                <a16:creationId xmlns:a16="http://schemas.microsoft.com/office/drawing/2014/main" id="{635AD5E5-5A8D-90D7-F5E8-31DCAE0EDAC3}"/>
              </a:ext>
            </a:extLst>
          </p:cNvPr>
          <p:cNvPicPr>
            <a:picLocks noChangeAspect="1"/>
          </p:cNvPicPr>
          <p:nvPr/>
        </p:nvPicPr>
        <p:blipFill>
          <a:blip r:embed="rId3"/>
          <a:stretch>
            <a:fillRect/>
          </a:stretch>
        </p:blipFill>
        <p:spPr>
          <a:xfrm>
            <a:off x="3148149" y="934705"/>
            <a:ext cx="2910137" cy="1583457"/>
          </a:xfrm>
          <a:prstGeom prst="rect">
            <a:avLst/>
          </a:prstGeom>
        </p:spPr>
      </p:pic>
      <p:pic>
        <p:nvPicPr>
          <p:cNvPr id="14" name="Immagine 13">
            <a:extLst>
              <a:ext uri="{FF2B5EF4-FFF2-40B4-BE49-F238E27FC236}">
                <a16:creationId xmlns:a16="http://schemas.microsoft.com/office/drawing/2014/main" id="{EC79C9FE-C420-B94A-F62E-63ADCAE33F53}"/>
              </a:ext>
            </a:extLst>
          </p:cNvPr>
          <p:cNvPicPr>
            <a:picLocks noChangeAspect="1"/>
          </p:cNvPicPr>
          <p:nvPr/>
        </p:nvPicPr>
        <p:blipFill>
          <a:blip r:embed="rId4"/>
          <a:stretch>
            <a:fillRect/>
          </a:stretch>
        </p:blipFill>
        <p:spPr>
          <a:xfrm>
            <a:off x="6145359" y="934705"/>
            <a:ext cx="2901424" cy="1583457"/>
          </a:xfrm>
          <a:prstGeom prst="rect">
            <a:avLst/>
          </a:prstGeom>
        </p:spPr>
      </p:pic>
    </p:spTree>
    <p:extLst>
      <p:ext uri="{BB962C8B-B14F-4D97-AF65-F5344CB8AC3E}">
        <p14:creationId xmlns:p14="http://schemas.microsoft.com/office/powerpoint/2010/main" val="909497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7979C9E-51D6-8822-2DC1-5E8F9851D465}"/>
              </a:ext>
            </a:extLst>
          </p:cNvPr>
          <p:cNvSpPr>
            <a:spLocks noGrp="1"/>
          </p:cNvSpPr>
          <p:nvPr>
            <p:ph type="title"/>
          </p:nvPr>
        </p:nvSpPr>
        <p:spPr>
          <a:xfrm>
            <a:off x="2424600" y="0"/>
            <a:ext cx="4294800" cy="1004701"/>
          </a:xfrm>
        </p:spPr>
        <p:txBody>
          <a:bodyPr/>
          <a:lstStyle/>
          <a:p>
            <a:r>
              <a:rPr lang="it-IT" dirty="0"/>
              <a:t>Analisi </a:t>
            </a:r>
            <a:r>
              <a:rPr lang="it-IT" dirty="0" err="1"/>
              <a:t>Bivariata</a:t>
            </a:r>
            <a:endParaRPr lang="it-IT" dirty="0"/>
          </a:p>
        </p:txBody>
      </p:sp>
      <p:sp>
        <p:nvSpPr>
          <p:cNvPr id="3" name="Sottotitolo 2">
            <a:extLst>
              <a:ext uri="{FF2B5EF4-FFF2-40B4-BE49-F238E27FC236}">
                <a16:creationId xmlns:a16="http://schemas.microsoft.com/office/drawing/2014/main" id="{D6F17339-D3F3-CDE8-A35D-5C7EE5A177B8}"/>
              </a:ext>
            </a:extLst>
          </p:cNvPr>
          <p:cNvSpPr>
            <a:spLocks noGrp="1"/>
          </p:cNvSpPr>
          <p:nvPr>
            <p:ph type="subTitle" idx="1"/>
          </p:nvPr>
        </p:nvSpPr>
        <p:spPr>
          <a:xfrm>
            <a:off x="-151106" y="1102588"/>
            <a:ext cx="3722914" cy="2707533"/>
          </a:xfrm>
        </p:spPr>
        <p:txBody>
          <a:bodyPr/>
          <a:lstStyle/>
          <a:p>
            <a:r>
              <a:rPr lang="it-IT" dirty="0"/>
              <a:t>     Esamina la </a:t>
            </a:r>
            <a:r>
              <a:rPr lang="it-IT" b="1" dirty="0"/>
              <a:t>relazione</a:t>
            </a:r>
            <a:r>
              <a:rPr lang="it-IT" dirty="0"/>
              <a:t> tra </a:t>
            </a:r>
            <a:r>
              <a:rPr lang="it-IT" b="1" dirty="0"/>
              <a:t>due</a:t>
            </a:r>
            <a:r>
              <a:rPr lang="it-IT" dirty="0"/>
              <a:t> variabili, come l’una influenza l'altra.</a:t>
            </a:r>
          </a:p>
          <a:p>
            <a:endParaRPr lang="it-IT" dirty="0"/>
          </a:p>
          <a:p>
            <a:pPr>
              <a:buFont typeface="Arial" panose="020B0604020202020204" pitchFamily="34" charset="0"/>
              <a:buChar char="•"/>
            </a:pPr>
            <a:r>
              <a:rPr lang="it-IT" dirty="0"/>
              <a:t>Nel nostro caso: l'analisi mostra che all'aumentare della percentuale di </a:t>
            </a:r>
            <a:r>
              <a:rPr lang="it-IT" u="sng" dirty="0"/>
              <a:t>elettricità a basso contenuto di carbonio</a:t>
            </a:r>
            <a:r>
              <a:rPr lang="it-IT" dirty="0"/>
              <a:t>, aumenta anche la percentuale di </a:t>
            </a:r>
            <a:r>
              <a:rPr lang="it-IT" u="sng" dirty="0"/>
              <a:t>energia primaria proveniente da fonti rinnovabili</a:t>
            </a:r>
            <a:r>
              <a:rPr lang="it-IT" dirty="0"/>
              <a:t>.</a:t>
            </a:r>
          </a:p>
        </p:txBody>
      </p:sp>
      <p:pic>
        <p:nvPicPr>
          <p:cNvPr id="6" name="Immagine 5">
            <a:extLst>
              <a:ext uri="{FF2B5EF4-FFF2-40B4-BE49-F238E27FC236}">
                <a16:creationId xmlns:a16="http://schemas.microsoft.com/office/drawing/2014/main" id="{3661BB65-9EAA-6C90-6CDF-C3D0CE58896F}"/>
              </a:ext>
            </a:extLst>
          </p:cNvPr>
          <p:cNvPicPr>
            <a:picLocks noChangeAspect="1"/>
          </p:cNvPicPr>
          <p:nvPr/>
        </p:nvPicPr>
        <p:blipFill>
          <a:blip r:embed="rId2"/>
          <a:stretch>
            <a:fillRect/>
          </a:stretch>
        </p:blipFill>
        <p:spPr>
          <a:xfrm>
            <a:off x="3571808" y="1117861"/>
            <a:ext cx="5440079" cy="2907778"/>
          </a:xfrm>
          <a:prstGeom prst="rect">
            <a:avLst/>
          </a:prstGeom>
        </p:spPr>
      </p:pic>
    </p:spTree>
    <p:extLst>
      <p:ext uri="{BB962C8B-B14F-4D97-AF65-F5344CB8AC3E}">
        <p14:creationId xmlns:p14="http://schemas.microsoft.com/office/powerpoint/2010/main" val="1831575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0A902B7-2442-4D99-0481-F6EC5A344C9F}"/>
              </a:ext>
            </a:extLst>
          </p:cNvPr>
          <p:cNvSpPr>
            <a:spLocks noGrp="1"/>
          </p:cNvSpPr>
          <p:nvPr>
            <p:ph type="title"/>
          </p:nvPr>
        </p:nvSpPr>
        <p:spPr>
          <a:xfrm>
            <a:off x="162438" y="365760"/>
            <a:ext cx="4736663" cy="1004701"/>
          </a:xfrm>
        </p:spPr>
        <p:txBody>
          <a:bodyPr/>
          <a:lstStyle/>
          <a:p>
            <a:r>
              <a:rPr lang="it-IT" dirty="0"/>
              <a:t>Analisi</a:t>
            </a:r>
            <a:br>
              <a:rPr lang="it-IT" dirty="0"/>
            </a:br>
            <a:r>
              <a:rPr lang="it-IT" dirty="0"/>
              <a:t>Multivariata</a:t>
            </a:r>
          </a:p>
        </p:txBody>
      </p:sp>
      <p:sp>
        <p:nvSpPr>
          <p:cNvPr id="3" name="Sottotitolo 2">
            <a:extLst>
              <a:ext uri="{FF2B5EF4-FFF2-40B4-BE49-F238E27FC236}">
                <a16:creationId xmlns:a16="http://schemas.microsoft.com/office/drawing/2014/main" id="{92F186D8-4C58-4C4C-462D-3F658CFBBF45}"/>
              </a:ext>
            </a:extLst>
          </p:cNvPr>
          <p:cNvSpPr>
            <a:spLocks noGrp="1"/>
          </p:cNvSpPr>
          <p:nvPr>
            <p:ph type="subTitle" idx="1"/>
          </p:nvPr>
        </p:nvSpPr>
        <p:spPr>
          <a:xfrm>
            <a:off x="-114021" y="1346812"/>
            <a:ext cx="4770104" cy="3203199"/>
          </a:xfrm>
        </p:spPr>
        <p:txBody>
          <a:bodyPr/>
          <a:lstStyle/>
          <a:p>
            <a:pPr marL="482600" indent="-342900">
              <a:buFont typeface="Arial" panose="020B0604020202020204" pitchFamily="34" charset="0"/>
              <a:buChar char="•"/>
            </a:pPr>
            <a:r>
              <a:rPr lang="it-IT" sz="1700" dirty="0"/>
              <a:t>Esamina </a:t>
            </a:r>
            <a:r>
              <a:rPr lang="it-IT" sz="1700" b="1" dirty="0"/>
              <a:t>più di due </a:t>
            </a:r>
            <a:r>
              <a:rPr lang="it-IT" sz="1700" dirty="0"/>
              <a:t>variabili contemporaneamente per comprendere le </a:t>
            </a:r>
            <a:r>
              <a:rPr lang="it-IT" sz="1700" b="1" dirty="0"/>
              <a:t>relazioni</a:t>
            </a:r>
            <a:r>
              <a:rPr lang="it-IT" sz="1700" dirty="0"/>
              <a:t> complesse tra di esse, attraverso il </a:t>
            </a:r>
            <a:r>
              <a:rPr lang="it-IT" sz="1700" b="1" dirty="0" err="1"/>
              <a:t>pairplot</a:t>
            </a:r>
            <a:r>
              <a:rPr lang="it-IT" sz="1700" b="1" dirty="0"/>
              <a:t>.</a:t>
            </a:r>
          </a:p>
          <a:p>
            <a:pPr marL="482600" indent="-342900">
              <a:buFont typeface="Arial" panose="020B0604020202020204" pitchFamily="34" charset="0"/>
              <a:buChar char="•"/>
            </a:pPr>
            <a:endParaRPr lang="it-IT" sz="1700" b="1" dirty="0"/>
          </a:p>
          <a:p>
            <a:pPr>
              <a:buFont typeface="Arial" panose="020B0604020202020204" pitchFamily="34" charset="0"/>
              <a:buChar char="•"/>
            </a:pPr>
            <a:r>
              <a:rPr lang="it-IT" sz="1700" dirty="0"/>
              <a:t>Sulla diagonale è presente </a:t>
            </a:r>
            <a:r>
              <a:rPr lang="it-IT" sz="1700" dirty="0">
                <a:effectLst/>
                <a:latin typeface="Aptos" panose="020B0004020202020204" pitchFamily="34" charset="0"/>
                <a:ea typeface="Aptos" panose="020B0004020202020204" pitchFamily="34" charset="0"/>
                <a:cs typeface="Times New Roman" panose="02020603050405020304" pitchFamily="18" charset="0"/>
              </a:rPr>
              <a:t>analisi </a:t>
            </a:r>
            <a:r>
              <a:rPr lang="it-IT" sz="1700" dirty="0" err="1">
                <a:effectLst/>
                <a:latin typeface="Aptos" panose="020B0004020202020204" pitchFamily="34" charset="0"/>
                <a:ea typeface="Aptos" panose="020B0004020202020204" pitchFamily="34" charset="0"/>
                <a:cs typeface="Times New Roman" panose="02020603050405020304" pitchFamily="18" charset="0"/>
              </a:rPr>
              <a:t>univariata</a:t>
            </a:r>
            <a:r>
              <a:rPr lang="it-IT" sz="1700" dirty="0">
                <a:effectLst/>
                <a:latin typeface="Aptos" panose="020B0004020202020204" pitchFamily="34" charset="0"/>
                <a:ea typeface="Aptos" panose="020B0004020202020204" pitchFamily="34" charset="0"/>
                <a:cs typeface="Times New Roman" panose="02020603050405020304" pitchFamily="18" charset="0"/>
              </a:rPr>
              <a:t> per quella variabile specifica</a:t>
            </a:r>
            <a:r>
              <a:rPr lang="it-IT" sz="1700" dirty="0"/>
              <a:t> mentre </a:t>
            </a:r>
          </a:p>
          <a:p>
            <a:pPr>
              <a:buFont typeface="Arial" panose="020B0604020202020204" pitchFamily="34" charset="0"/>
              <a:buChar char="•"/>
            </a:pPr>
            <a:r>
              <a:rPr lang="it-IT" sz="1700" dirty="0">
                <a:latin typeface="Aptos" panose="020B0004020202020204" pitchFamily="34" charset="0"/>
                <a:ea typeface="Aptos" panose="020B0004020202020204" pitchFamily="34" charset="0"/>
                <a:cs typeface="Times New Roman" panose="02020603050405020304" pitchFamily="18" charset="0"/>
              </a:rPr>
              <a:t>F</a:t>
            </a:r>
            <a:r>
              <a:rPr lang="it-IT" sz="1700" dirty="0">
                <a:effectLst/>
                <a:latin typeface="Aptos" panose="020B0004020202020204" pitchFamily="34" charset="0"/>
                <a:ea typeface="Aptos" panose="020B0004020202020204" pitchFamily="34" charset="0"/>
                <a:cs typeface="Times New Roman" panose="02020603050405020304" pitchFamily="18" charset="0"/>
              </a:rPr>
              <a:t>uori dalla diagonale è presente il confronto tra una coppia di variabili</a:t>
            </a:r>
            <a:endParaRPr lang="it-IT" sz="1700" dirty="0"/>
          </a:p>
        </p:txBody>
      </p:sp>
      <p:pic>
        <p:nvPicPr>
          <p:cNvPr id="5" name="Immagine 4">
            <a:extLst>
              <a:ext uri="{FF2B5EF4-FFF2-40B4-BE49-F238E27FC236}">
                <a16:creationId xmlns:a16="http://schemas.microsoft.com/office/drawing/2014/main" id="{16D8ABB6-A8D7-5539-972D-D21B895FFD1C}"/>
              </a:ext>
            </a:extLst>
          </p:cNvPr>
          <p:cNvPicPr>
            <a:picLocks noChangeAspect="1"/>
          </p:cNvPicPr>
          <p:nvPr/>
        </p:nvPicPr>
        <p:blipFill>
          <a:blip r:embed="rId2"/>
          <a:stretch>
            <a:fillRect/>
          </a:stretch>
        </p:blipFill>
        <p:spPr>
          <a:xfrm>
            <a:off x="4572000" y="215217"/>
            <a:ext cx="4342677" cy="4342677"/>
          </a:xfrm>
          <a:prstGeom prst="rect">
            <a:avLst/>
          </a:prstGeom>
        </p:spPr>
      </p:pic>
    </p:spTree>
    <p:extLst>
      <p:ext uri="{BB962C8B-B14F-4D97-AF65-F5344CB8AC3E}">
        <p14:creationId xmlns:p14="http://schemas.microsoft.com/office/powerpoint/2010/main" val="35509678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ttotitolo 2">
            <a:extLst>
              <a:ext uri="{FF2B5EF4-FFF2-40B4-BE49-F238E27FC236}">
                <a16:creationId xmlns:a16="http://schemas.microsoft.com/office/drawing/2014/main" id="{70A45ECF-5D22-52FF-78E8-BFC5AA7E46A6}"/>
              </a:ext>
            </a:extLst>
          </p:cNvPr>
          <p:cNvSpPr>
            <a:spLocks noGrp="1"/>
          </p:cNvSpPr>
          <p:nvPr>
            <p:ph type="subTitle" idx="1"/>
          </p:nvPr>
        </p:nvSpPr>
        <p:spPr>
          <a:xfrm>
            <a:off x="91441" y="50374"/>
            <a:ext cx="8727312" cy="5021818"/>
          </a:xfrm>
        </p:spPr>
        <p:txBody>
          <a:bodyPr/>
          <a:lstStyle/>
          <a:p>
            <a:r>
              <a:rPr lang="it-IT" sz="1400" b="1" dirty="0">
                <a:solidFill>
                  <a:srgbClr val="CC3399"/>
                </a:solidFill>
              </a:rPr>
              <a:t>Osservazioni:</a:t>
            </a:r>
          </a:p>
          <a:p>
            <a:pPr>
              <a:buFont typeface="Arial" panose="020B0604020202020204" pitchFamily="34" charset="0"/>
              <a:buChar char="•"/>
            </a:pPr>
            <a:r>
              <a:rPr lang="it-IT" sz="1400" b="1" dirty="0" err="1"/>
              <a:t>Electricity</a:t>
            </a:r>
            <a:r>
              <a:rPr lang="it-IT" sz="1400" b="1" dirty="0"/>
              <a:t> from </a:t>
            </a:r>
            <a:r>
              <a:rPr lang="it-IT" sz="1400" b="1" dirty="0" err="1"/>
              <a:t>fossil</a:t>
            </a:r>
            <a:r>
              <a:rPr lang="it-IT" sz="1400" b="1" dirty="0"/>
              <a:t> </a:t>
            </a:r>
            <a:r>
              <a:rPr lang="it-IT" sz="1400" b="1" dirty="0" err="1"/>
              <a:t>fuels</a:t>
            </a:r>
            <a:r>
              <a:rPr lang="it-IT" sz="1400" b="1" dirty="0"/>
              <a:t> (TWh) vs. altre variabili</a:t>
            </a:r>
            <a:r>
              <a:rPr lang="it-IT" sz="1400" dirty="0"/>
              <a:t>:</a:t>
            </a:r>
          </a:p>
          <a:p>
            <a:pPr marL="742950" lvl="1" indent="-285750" algn="l">
              <a:buClr>
                <a:srgbClr val="990099"/>
              </a:buClr>
              <a:buFont typeface="Arial" panose="020B0604020202020204" pitchFamily="34" charset="0"/>
              <a:buChar char="•"/>
            </a:pPr>
            <a:r>
              <a:rPr lang="it-IT" sz="1200" dirty="0"/>
              <a:t>Mostra una forte correlazione positiva con </a:t>
            </a:r>
            <a:r>
              <a:rPr lang="it-IT" sz="1200" b="1" dirty="0"/>
              <a:t>Value_co2_emissions_kt_by_country</a:t>
            </a:r>
            <a:r>
              <a:rPr lang="it-IT" sz="1200" dirty="0"/>
              <a:t>, indicando che un aumento della produzione di elettricità da combustibili fossili è associato a un aumento delle emissioni di CO2.</a:t>
            </a:r>
          </a:p>
          <a:p>
            <a:pPr marL="742950" lvl="1" indent="-285750" algn="l">
              <a:buClr>
                <a:srgbClr val="990099"/>
              </a:buClr>
              <a:buFont typeface="Arial" panose="020B0604020202020204" pitchFamily="34" charset="0"/>
              <a:buChar char="•"/>
            </a:pPr>
            <a:r>
              <a:rPr lang="it-IT" sz="1200" dirty="0"/>
              <a:t>Relazioni meno evidenti con </a:t>
            </a:r>
            <a:r>
              <a:rPr lang="it-IT" sz="1200" b="1" dirty="0"/>
              <a:t>Low-carbon </a:t>
            </a:r>
            <a:r>
              <a:rPr lang="it-IT" sz="1200" b="1" dirty="0" err="1"/>
              <a:t>electricity</a:t>
            </a:r>
            <a:r>
              <a:rPr lang="it-IT" sz="1200" b="1" dirty="0"/>
              <a:t> (% </a:t>
            </a:r>
            <a:r>
              <a:rPr lang="it-IT" sz="1200" b="1" dirty="0" err="1"/>
              <a:t>electricity</a:t>
            </a:r>
            <a:r>
              <a:rPr lang="it-IT" sz="1200" b="1" dirty="0"/>
              <a:t>)</a:t>
            </a:r>
            <a:r>
              <a:rPr lang="it-IT" sz="1200" dirty="0"/>
              <a:t> e </a:t>
            </a:r>
            <a:r>
              <a:rPr lang="it-IT" sz="1200" b="1" dirty="0" err="1"/>
              <a:t>Electricity</a:t>
            </a:r>
            <a:r>
              <a:rPr lang="it-IT" sz="1200" b="1" dirty="0"/>
              <a:t> from </a:t>
            </a:r>
            <a:r>
              <a:rPr lang="it-IT" sz="1200" b="1" dirty="0" err="1"/>
              <a:t>renewables</a:t>
            </a:r>
            <a:r>
              <a:rPr lang="it-IT" sz="1200" b="1" dirty="0"/>
              <a:t> (TWh)</a:t>
            </a:r>
            <a:r>
              <a:rPr lang="it-IT" sz="1200" dirty="0"/>
              <a:t>.</a:t>
            </a:r>
          </a:p>
          <a:p>
            <a:pPr marL="742950" lvl="1" indent="-285750" algn="l">
              <a:buClr>
                <a:srgbClr val="990099"/>
              </a:buClr>
              <a:buFont typeface="Arial" panose="020B0604020202020204" pitchFamily="34" charset="0"/>
              <a:buChar char="•"/>
            </a:pPr>
            <a:endParaRPr lang="it-IT" sz="1200" dirty="0"/>
          </a:p>
          <a:p>
            <a:pPr>
              <a:buClr>
                <a:srgbClr val="990099"/>
              </a:buClr>
              <a:buFont typeface="Arial" panose="020B0604020202020204" pitchFamily="34" charset="0"/>
              <a:buChar char="•"/>
            </a:pPr>
            <a:r>
              <a:rPr lang="it-IT" sz="1400" b="1" dirty="0"/>
              <a:t>Low-carbon </a:t>
            </a:r>
            <a:r>
              <a:rPr lang="it-IT" sz="1400" b="1" dirty="0" err="1"/>
              <a:t>electricity</a:t>
            </a:r>
            <a:r>
              <a:rPr lang="it-IT" sz="1400" b="1" dirty="0"/>
              <a:t> (% </a:t>
            </a:r>
            <a:r>
              <a:rPr lang="it-IT" sz="1400" b="1" dirty="0" err="1"/>
              <a:t>electricity</a:t>
            </a:r>
            <a:r>
              <a:rPr lang="it-IT" sz="1400" b="1" dirty="0"/>
              <a:t>) vs. altre variabili</a:t>
            </a:r>
            <a:r>
              <a:rPr lang="it-IT" sz="1400" dirty="0"/>
              <a:t>:</a:t>
            </a:r>
          </a:p>
          <a:p>
            <a:pPr marL="742950" lvl="1" indent="-285750" algn="l">
              <a:buClr>
                <a:srgbClr val="990099"/>
              </a:buClr>
              <a:buFont typeface="Arial" panose="020B0604020202020204" pitchFamily="34" charset="0"/>
              <a:buChar char="•"/>
            </a:pPr>
            <a:r>
              <a:rPr lang="it-IT" sz="1200" dirty="0"/>
              <a:t>Relazione inversa con </a:t>
            </a:r>
            <a:r>
              <a:rPr lang="it-IT" sz="1200" b="1" dirty="0" err="1"/>
              <a:t>Electricity</a:t>
            </a:r>
            <a:r>
              <a:rPr lang="it-IT" sz="1200" b="1" dirty="0"/>
              <a:t> from </a:t>
            </a:r>
            <a:r>
              <a:rPr lang="it-IT" sz="1200" b="1" dirty="0" err="1"/>
              <a:t>fossil</a:t>
            </a:r>
            <a:r>
              <a:rPr lang="it-IT" sz="1200" b="1" dirty="0"/>
              <a:t> </a:t>
            </a:r>
            <a:r>
              <a:rPr lang="it-IT" sz="1200" b="1" dirty="0" err="1"/>
              <a:t>fuels</a:t>
            </a:r>
            <a:r>
              <a:rPr lang="it-IT" sz="1200" b="1" dirty="0"/>
              <a:t> (TWh)</a:t>
            </a:r>
            <a:r>
              <a:rPr lang="it-IT" sz="1200" dirty="0"/>
              <a:t>, suggerendo che l'aumento dell'elettricità a basse emissioni di carbonio è associato a una riduzione dell'uso di combustibili fossili.</a:t>
            </a:r>
          </a:p>
          <a:p>
            <a:pPr marL="742950" lvl="1" indent="-285750" algn="l">
              <a:buClr>
                <a:srgbClr val="990099"/>
              </a:buClr>
              <a:buFont typeface="Arial" panose="020B0604020202020204" pitchFamily="34" charset="0"/>
              <a:buChar char="•"/>
            </a:pPr>
            <a:r>
              <a:rPr lang="it-IT" sz="1200" dirty="0"/>
              <a:t>Moderata correlazione positiva con </a:t>
            </a:r>
            <a:r>
              <a:rPr lang="it-IT" sz="1200" b="1" dirty="0" err="1"/>
              <a:t>Electricity</a:t>
            </a:r>
            <a:r>
              <a:rPr lang="it-IT" sz="1200" b="1" dirty="0"/>
              <a:t> from </a:t>
            </a:r>
            <a:r>
              <a:rPr lang="it-IT" sz="1200" b="1" dirty="0" err="1"/>
              <a:t>renewables</a:t>
            </a:r>
            <a:r>
              <a:rPr lang="it-IT" sz="1200" b="1" dirty="0"/>
              <a:t> (TWh)</a:t>
            </a:r>
            <a:r>
              <a:rPr lang="it-IT" sz="1200" dirty="0"/>
              <a:t>.</a:t>
            </a:r>
          </a:p>
          <a:p>
            <a:pPr marL="742950" lvl="1" indent="-285750" algn="l">
              <a:buClr>
                <a:srgbClr val="990099"/>
              </a:buClr>
              <a:buFont typeface="Arial" panose="020B0604020202020204" pitchFamily="34" charset="0"/>
              <a:buChar char="•"/>
            </a:pPr>
            <a:endParaRPr lang="it-IT" sz="1200" dirty="0"/>
          </a:p>
          <a:p>
            <a:pPr>
              <a:buClr>
                <a:srgbClr val="990099"/>
              </a:buClr>
              <a:buFont typeface="Arial" panose="020B0604020202020204" pitchFamily="34" charset="0"/>
              <a:buChar char="•"/>
            </a:pPr>
            <a:r>
              <a:rPr lang="it-IT" sz="1400" b="1" dirty="0" err="1"/>
              <a:t>Electricity</a:t>
            </a:r>
            <a:r>
              <a:rPr lang="it-IT" sz="1400" b="1" dirty="0"/>
              <a:t> from </a:t>
            </a:r>
            <a:r>
              <a:rPr lang="it-IT" sz="1400" b="1" dirty="0" err="1"/>
              <a:t>renewables</a:t>
            </a:r>
            <a:r>
              <a:rPr lang="it-IT" sz="1400" b="1" dirty="0"/>
              <a:t> (TWh) vs. altre variabili</a:t>
            </a:r>
            <a:r>
              <a:rPr lang="it-IT" sz="1400" dirty="0"/>
              <a:t>:</a:t>
            </a:r>
          </a:p>
          <a:p>
            <a:pPr marL="742950" lvl="1" indent="-285750" algn="l">
              <a:buClr>
                <a:srgbClr val="990099"/>
              </a:buClr>
              <a:buFont typeface="Arial" panose="020B0604020202020204" pitchFamily="34" charset="0"/>
              <a:buChar char="•"/>
            </a:pPr>
            <a:r>
              <a:rPr lang="it-IT" sz="1200" dirty="0"/>
              <a:t>Correlazione positiva con </a:t>
            </a:r>
            <a:r>
              <a:rPr lang="it-IT" sz="1200" b="1" dirty="0"/>
              <a:t>Low-carbon </a:t>
            </a:r>
            <a:r>
              <a:rPr lang="it-IT" sz="1200" b="1" dirty="0" err="1"/>
              <a:t>electricity</a:t>
            </a:r>
            <a:r>
              <a:rPr lang="it-IT" sz="1200" b="1" dirty="0"/>
              <a:t> (% </a:t>
            </a:r>
            <a:r>
              <a:rPr lang="it-IT" sz="1200" b="1" dirty="0" err="1"/>
              <a:t>electricity</a:t>
            </a:r>
            <a:r>
              <a:rPr lang="it-IT" sz="1200" b="1" dirty="0"/>
              <a:t>)</a:t>
            </a:r>
            <a:r>
              <a:rPr lang="it-IT" sz="1200" dirty="0"/>
              <a:t>, indicando che l'aumento dell'elettricità da fonti rinnovabili contribuisce all'incremento dell'elettricità a basse emissioni di carbonio.</a:t>
            </a:r>
          </a:p>
          <a:p>
            <a:pPr marL="742950" lvl="1" indent="-285750" algn="l">
              <a:buClr>
                <a:srgbClr val="990099"/>
              </a:buClr>
              <a:buFont typeface="Arial" panose="020B0604020202020204" pitchFamily="34" charset="0"/>
              <a:buChar char="•"/>
            </a:pPr>
            <a:r>
              <a:rPr lang="it-IT" sz="1200" dirty="0"/>
              <a:t>Correlazione visibile con </a:t>
            </a:r>
            <a:r>
              <a:rPr lang="it-IT" sz="1200" b="1" dirty="0"/>
              <a:t>Value_co2_emissions_kt_by_country</a:t>
            </a:r>
            <a:r>
              <a:rPr lang="it-IT" sz="1200" dirty="0"/>
              <a:t>, sebbene meno forte rispetto a </a:t>
            </a:r>
            <a:r>
              <a:rPr lang="it-IT" sz="1200" b="1" dirty="0" err="1"/>
              <a:t>Electricity</a:t>
            </a:r>
            <a:r>
              <a:rPr lang="it-IT" sz="1200" b="1" dirty="0"/>
              <a:t> from </a:t>
            </a:r>
            <a:r>
              <a:rPr lang="it-IT" sz="1200" b="1" dirty="0" err="1"/>
              <a:t>fossil</a:t>
            </a:r>
            <a:r>
              <a:rPr lang="it-IT" sz="1200" b="1" dirty="0"/>
              <a:t> </a:t>
            </a:r>
            <a:r>
              <a:rPr lang="it-IT" sz="1200" b="1" dirty="0" err="1"/>
              <a:t>fuels</a:t>
            </a:r>
            <a:r>
              <a:rPr lang="it-IT" sz="1200" b="1" dirty="0"/>
              <a:t> (TWh)</a:t>
            </a:r>
            <a:r>
              <a:rPr lang="it-IT" sz="1200" dirty="0"/>
              <a:t>.</a:t>
            </a:r>
          </a:p>
          <a:p>
            <a:pPr marL="742950" lvl="1" indent="-285750" algn="l">
              <a:buClr>
                <a:srgbClr val="990099"/>
              </a:buClr>
              <a:buFont typeface="Arial" panose="020B0604020202020204" pitchFamily="34" charset="0"/>
              <a:buChar char="•"/>
            </a:pPr>
            <a:endParaRPr lang="it-IT" sz="1200" dirty="0"/>
          </a:p>
          <a:p>
            <a:pPr>
              <a:buClr>
                <a:srgbClr val="990099"/>
              </a:buClr>
              <a:buFont typeface="Arial" panose="020B0604020202020204" pitchFamily="34" charset="0"/>
              <a:buChar char="•"/>
            </a:pPr>
            <a:r>
              <a:rPr lang="it-IT" sz="1400" b="1" dirty="0"/>
              <a:t>Value_co2_emissions_kt_by_country vs. altre variabili</a:t>
            </a:r>
            <a:r>
              <a:rPr lang="it-IT" sz="1400" dirty="0"/>
              <a:t>:</a:t>
            </a:r>
          </a:p>
          <a:p>
            <a:pPr marL="742950" lvl="1" indent="-285750" algn="l">
              <a:buClr>
                <a:srgbClr val="990099"/>
              </a:buClr>
              <a:buFont typeface="Arial" panose="020B0604020202020204" pitchFamily="34" charset="0"/>
              <a:buChar char="•"/>
            </a:pPr>
            <a:r>
              <a:rPr lang="it-IT" sz="1200" dirty="0"/>
              <a:t>Forte correlazione positiva con </a:t>
            </a:r>
            <a:r>
              <a:rPr lang="it-IT" sz="1200" b="1" dirty="0" err="1"/>
              <a:t>Electricity</a:t>
            </a:r>
            <a:r>
              <a:rPr lang="it-IT" sz="1200" b="1" dirty="0"/>
              <a:t> from </a:t>
            </a:r>
            <a:r>
              <a:rPr lang="it-IT" sz="1200" b="1" dirty="0" err="1"/>
              <a:t>fossil</a:t>
            </a:r>
            <a:r>
              <a:rPr lang="it-IT" sz="1200" b="1" dirty="0"/>
              <a:t> </a:t>
            </a:r>
            <a:r>
              <a:rPr lang="it-IT" sz="1200" b="1" dirty="0" err="1"/>
              <a:t>fuels</a:t>
            </a:r>
            <a:r>
              <a:rPr lang="it-IT" sz="1200" b="1" dirty="0"/>
              <a:t> (TWh)</a:t>
            </a:r>
            <a:r>
              <a:rPr lang="it-IT" sz="1200" dirty="0"/>
              <a:t>, confermando che l'aumento dell'uso di combustibili fossili è strettamente legato all'aumento delle emissioni di CO2.</a:t>
            </a:r>
          </a:p>
          <a:p>
            <a:pPr marL="742950" lvl="1" indent="-285750" algn="l">
              <a:buFont typeface="Arial" panose="020B0604020202020204" pitchFamily="34" charset="0"/>
              <a:buChar char="•"/>
            </a:pPr>
            <a:r>
              <a:rPr lang="it-IT" sz="1200" dirty="0"/>
              <a:t>Moderata correlazione con </a:t>
            </a:r>
            <a:r>
              <a:rPr lang="it-IT" sz="1200" b="1" dirty="0" err="1"/>
              <a:t>Electricity</a:t>
            </a:r>
            <a:r>
              <a:rPr lang="it-IT" sz="1200" b="1" dirty="0"/>
              <a:t> from </a:t>
            </a:r>
            <a:r>
              <a:rPr lang="it-IT" sz="1200" b="1" dirty="0" err="1"/>
              <a:t>renewables</a:t>
            </a:r>
            <a:r>
              <a:rPr lang="it-IT" sz="1200" b="1" dirty="0"/>
              <a:t> (TWh)</a:t>
            </a:r>
            <a:r>
              <a:rPr lang="it-IT" sz="1200" dirty="0"/>
              <a:t>, indicando che anche le energie rinnovabili contribuiscono, in misura minore, alle emissioni di CO2</a:t>
            </a:r>
          </a:p>
          <a:p>
            <a:endParaRPr lang="it-IT" dirty="0"/>
          </a:p>
        </p:txBody>
      </p:sp>
    </p:spTree>
    <p:extLst>
      <p:ext uri="{BB962C8B-B14F-4D97-AF65-F5344CB8AC3E}">
        <p14:creationId xmlns:p14="http://schemas.microsoft.com/office/powerpoint/2010/main" val="3145902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3"/>
          <p:cNvSpPr txBox="1">
            <a:spLocks noGrp="1"/>
          </p:cNvSpPr>
          <p:nvPr>
            <p:ph type="title"/>
          </p:nvPr>
        </p:nvSpPr>
        <p:spPr>
          <a:xfrm>
            <a:off x="2066112" y="340289"/>
            <a:ext cx="5492647" cy="82017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sz="5400" dirty="0"/>
              <a:t> Splitting</a:t>
            </a:r>
            <a:endParaRPr dirty="0"/>
          </a:p>
        </p:txBody>
      </p:sp>
      <p:sp>
        <p:nvSpPr>
          <p:cNvPr id="396" name="Google Shape;396;p33"/>
          <p:cNvSpPr txBox="1">
            <a:spLocks noGrp="1"/>
          </p:cNvSpPr>
          <p:nvPr>
            <p:ph type="subTitle" idx="1"/>
          </p:nvPr>
        </p:nvSpPr>
        <p:spPr>
          <a:xfrm>
            <a:off x="349003" y="1311712"/>
            <a:ext cx="5951857" cy="135488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sz="1600" dirty="0">
                <a:effectLst/>
                <a:latin typeface="Aptos" panose="020B0004020202020204" pitchFamily="34" charset="0"/>
                <a:ea typeface="Aptos" panose="020B0004020202020204" pitchFamily="34" charset="0"/>
                <a:cs typeface="Times New Roman" panose="02020603050405020304" pitchFamily="18" charset="0"/>
              </a:rPr>
              <a:t>Vado a dividere il dataset in tre parti, identifico inoltre la colonna </a:t>
            </a:r>
            <a:r>
              <a:rPr lang="it-IT" sz="1600" u="sng" dirty="0">
                <a:effectLst/>
                <a:latin typeface="Aptos" panose="020B0004020202020204" pitchFamily="34" charset="0"/>
                <a:ea typeface="Aptos" panose="020B0004020202020204" pitchFamily="34" charset="0"/>
                <a:cs typeface="Times New Roman" panose="02020603050405020304" pitchFamily="18" charset="0"/>
              </a:rPr>
              <a:t>target</a:t>
            </a:r>
            <a:r>
              <a:rPr lang="it-IT" sz="1600" dirty="0">
                <a:effectLst/>
                <a:latin typeface="Aptos" panose="020B0004020202020204" pitchFamily="34" charset="0"/>
                <a:ea typeface="Aptos" panose="020B0004020202020204" pitchFamily="34" charset="0"/>
                <a:cs typeface="Times New Roman" panose="02020603050405020304" pitchFamily="18" charset="0"/>
              </a:rPr>
              <a:t> </a:t>
            </a:r>
            <a:r>
              <a:rPr lang="en-US" sz="1600" b="1" dirty="0">
                <a:effectLst/>
                <a:latin typeface="Aptos" panose="020B0004020202020204" pitchFamily="34" charset="0"/>
                <a:ea typeface="Aptos" panose="020B0004020202020204" pitchFamily="34" charset="0"/>
                <a:cs typeface="Times New Roman" panose="02020603050405020304" pitchFamily="18" charset="0"/>
              </a:rPr>
              <a:t>'Renewable energy share in the total final energy consumption (%)'</a:t>
            </a:r>
            <a:r>
              <a:rPr lang="it-IT" sz="1600" dirty="0">
                <a:effectLst/>
                <a:latin typeface="Aptos" panose="020B0004020202020204" pitchFamily="34" charset="0"/>
                <a:ea typeface="Aptos" panose="020B0004020202020204" pitchFamily="34" charset="0"/>
                <a:cs typeface="Times New Roman" panose="02020603050405020304" pitchFamily="18" charset="0"/>
              </a:rPr>
              <a:t>, che non sarà più presente  sul dataset perché sarà la variabile che andremo a predire durante i test sul modello.</a:t>
            </a:r>
            <a:endParaRPr lang="it-IT" sz="1600" b="1" dirty="0"/>
          </a:p>
          <a:p>
            <a:pPr marL="0" lvl="0" indent="0" algn="l" rtl="0">
              <a:spcBef>
                <a:spcPts val="0"/>
              </a:spcBef>
              <a:spcAft>
                <a:spcPts val="0"/>
              </a:spcAft>
              <a:buNone/>
            </a:pPr>
            <a:endParaRPr lang="it-IT" sz="1600" dirty="0"/>
          </a:p>
          <a:p>
            <a:pPr marL="0" lvl="0" indent="0" algn="l" rtl="0">
              <a:spcBef>
                <a:spcPts val="0"/>
              </a:spcBef>
              <a:spcAft>
                <a:spcPts val="0"/>
              </a:spcAft>
              <a:buNone/>
            </a:pPr>
            <a:endParaRPr lang="it-IT" sz="1600" dirty="0"/>
          </a:p>
        </p:txBody>
      </p:sp>
      <p:sp>
        <p:nvSpPr>
          <p:cNvPr id="397" name="Google Shape;397;p33"/>
          <p:cNvSpPr txBox="1">
            <a:spLocks noGrp="1"/>
          </p:cNvSpPr>
          <p:nvPr>
            <p:ph type="title" idx="2"/>
          </p:nvPr>
        </p:nvSpPr>
        <p:spPr>
          <a:xfrm>
            <a:off x="581928" y="212122"/>
            <a:ext cx="1691700" cy="1206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04</a:t>
            </a:r>
            <a:endParaRPr dirty="0"/>
          </a:p>
        </p:txBody>
      </p:sp>
      <p:sp>
        <p:nvSpPr>
          <p:cNvPr id="3" name="Rectangle 2">
            <a:extLst>
              <a:ext uri="{FF2B5EF4-FFF2-40B4-BE49-F238E27FC236}">
                <a16:creationId xmlns:a16="http://schemas.microsoft.com/office/drawing/2014/main" id="{9C574082-ABF4-37EC-2983-58EFB06034D1}"/>
              </a:ext>
            </a:extLst>
          </p:cNvPr>
          <p:cNvSpPr>
            <a:spLocks noChangeArrowheads="1"/>
          </p:cNvSpPr>
          <p:nvPr/>
        </p:nvSpPr>
        <p:spPr bwMode="auto">
          <a:xfrm rot="10800000" flipV="1">
            <a:off x="349004" y="2512704"/>
            <a:ext cx="7711918" cy="1893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it-IT" altLang="it-IT" sz="1600" b="0" i="0" u="none" strike="noStrike" cap="none" normalizeH="0" baseline="0" dirty="0">
                <a:ln>
                  <a:noFill/>
                </a:ln>
                <a:solidFill>
                  <a:schemeClr val="accent6"/>
                </a:solidFill>
                <a:effectLst/>
                <a:latin typeface="Arial" panose="020B0604020202020204" pitchFamily="34" charset="0"/>
              </a:rPr>
              <a:t>70%</a:t>
            </a:r>
            <a:r>
              <a:rPr kumimoji="0" lang="it-IT" altLang="it-IT" sz="1600" b="0" i="0" u="none" strike="noStrike" cap="none" normalizeH="0" baseline="0" dirty="0">
                <a:ln>
                  <a:noFill/>
                </a:ln>
                <a:solidFill>
                  <a:srgbClr val="990099"/>
                </a:solidFill>
                <a:effectLst/>
                <a:latin typeface="Arial" panose="020B0604020202020204" pitchFamily="34" charset="0"/>
              </a:rPr>
              <a:t> </a:t>
            </a:r>
            <a:r>
              <a:rPr kumimoji="0" lang="it-IT" altLang="it-IT" sz="1600" b="1" i="0" u="none" strike="noStrike" cap="none" normalizeH="0" baseline="0" dirty="0">
                <a:ln>
                  <a:noFill/>
                </a:ln>
                <a:solidFill>
                  <a:schemeClr val="tx1"/>
                </a:solidFill>
                <a:effectLst/>
                <a:latin typeface="Arial" panose="020B0604020202020204" pitchFamily="34" charset="0"/>
              </a:rPr>
              <a:t>Training Set</a:t>
            </a:r>
            <a:r>
              <a:rPr kumimoji="0" lang="it-IT" altLang="it-IT" sz="1600" b="0" i="0" u="none" strike="noStrike" cap="none" normalizeH="0" baseline="0" dirty="0">
                <a:ln>
                  <a:noFill/>
                </a:ln>
                <a:solidFill>
                  <a:schemeClr val="tx1"/>
                </a:solidFill>
                <a:effectLst/>
                <a:latin typeface="Arial" panose="020B0604020202020204" pitchFamily="34" charset="0"/>
              </a:rPr>
              <a:t>: Utilizzato per addestrare il modello.</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it-IT" altLang="it-IT" sz="1600" b="0" i="0" u="none" strike="noStrike" cap="none" normalizeH="0" baseline="0" dirty="0">
                <a:ln>
                  <a:noFill/>
                </a:ln>
                <a:solidFill>
                  <a:schemeClr val="accent4">
                    <a:lumMod val="75000"/>
                  </a:schemeClr>
                </a:solidFill>
                <a:effectLst/>
                <a:latin typeface="Arial" panose="020B0604020202020204" pitchFamily="34" charset="0"/>
              </a:rPr>
              <a:t>15% </a:t>
            </a:r>
            <a:r>
              <a:rPr kumimoji="0" lang="it-IT" altLang="it-IT" sz="1600" b="1" i="0" u="none" strike="noStrike" cap="none" normalizeH="0" baseline="0" dirty="0" err="1">
                <a:ln>
                  <a:noFill/>
                </a:ln>
                <a:solidFill>
                  <a:schemeClr val="tx1"/>
                </a:solidFill>
                <a:effectLst/>
                <a:latin typeface="Arial" panose="020B0604020202020204" pitchFamily="34" charset="0"/>
              </a:rPr>
              <a:t>Validation</a:t>
            </a:r>
            <a:r>
              <a:rPr kumimoji="0" lang="it-IT" altLang="it-IT" sz="1600" b="1" i="0" u="none" strike="noStrike" cap="none" normalizeH="0" baseline="0" dirty="0">
                <a:ln>
                  <a:noFill/>
                </a:ln>
                <a:solidFill>
                  <a:schemeClr val="tx1"/>
                </a:solidFill>
                <a:effectLst/>
                <a:latin typeface="Arial" panose="020B0604020202020204" pitchFamily="34" charset="0"/>
              </a:rPr>
              <a:t> Set</a:t>
            </a:r>
            <a:r>
              <a:rPr kumimoji="0" lang="it-IT" altLang="it-IT" sz="1600" b="0" i="0" u="none" strike="noStrike" cap="none" normalizeH="0" baseline="0" dirty="0">
                <a:ln>
                  <a:noFill/>
                </a:ln>
                <a:solidFill>
                  <a:schemeClr val="tx1"/>
                </a:solidFill>
                <a:effectLst/>
                <a:latin typeface="Arial" panose="020B0604020202020204" pitchFamily="34" charset="0"/>
              </a:rPr>
              <a:t>: Utilizzato per ottimizzare e convalidare il modello durante l'addestramento.</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it-IT" altLang="it-IT" sz="1600" b="0" i="0" u="none" strike="noStrike" cap="none" normalizeH="0" baseline="0" dirty="0">
                <a:ln>
                  <a:noFill/>
                </a:ln>
                <a:solidFill>
                  <a:schemeClr val="accent5">
                    <a:lumMod val="75000"/>
                  </a:schemeClr>
                </a:solidFill>
                <a:effectLst/>
                <a:latin typeface="Arial" panose="020B0604020202020204" pitchFamily="34" charset="0"/>
              </a:rPr>
              <a:t>15% </a:t>
            </a:r>
            <a:r>
              <a:rPr kumimoji="0" lang="it-IT" altLang="it-IT" sz="1600" b="1" i="0" u="none" strike="noStrike" cap="none" normalizeH="0" baseline="0" dirty="0">
                <a:ln>
                  <a:noFill/>
                </a:ln>
                <a:solidFill>
                  <a:schemeClr val="tx1"/>
                </a:solidFill>
                <a:effectLst/>
                <a:latin typeface="Arial" panose="020B0604020202020204" pitchFamily="34" charset="0"/>
              </a:rPr>
              <a:t>Test Set</a:t>
            </a:r>
            <a:r>
              <a:rPr kumimoji="0" lang="it-IT" altLang="it-IT" sz="1600" b="0" i="0" u="none" strike="noStrike" cap="none" normalizeH="0" baseline="0" dirty="0">
                <a:ln>
                  <a:noFill/>
                </a:ln>
                <a:solidFill>
                  <a:schemeClr val="tx1"/>
                </a:solidFill>
                <a:effectLst/>
                <a:latin typeface="Arial" panose="020B0604020202020204" pitchFamily="34" charset="0"/>
              </a:rPr>
              <a:t>: Utilizzato per valutare le performance finali del modello su dati non visti. </a:t>
            </a:r>
          </a:p>
        </p:txBody>
      </p:sp>
      <p:graphicFrame>
        <p:nvGraphicFramePr>
          <p:cNvPr id="6" name="Grafico 5">
            <a:extLst>
              <a:ext uri="{FF2B5EF4-FFF2-40B4-BE49-F238E27FC236}">
                <a16:creationId xmlns:a16="http://schemas.microsoft.com/office/drawing/2014/main" id="{76DFE576-269A-C89C-4755-55C6D4FC7F5C}"/>
              </a:ext>
            </a:extLst>
          </p:cNvPr>
          <p:cNvGraphicFramePr/>
          <p:nvPr>
            <p:extLst>
              <p:ext uri="{D42A27DB-BD31-4B8C-83A1-F6EECF244321}">
                <p14:modId xmlns:p14="http://schemas.microsoft.com/office/powerpoint/2010/main" val="3144979897"/>
              </p:ext>
            </p:extLst>
          </p:nvPr>
        </p:nvGraphicFramePr>
        <p:xfrm>
          <a:off x="5778261" y="180081"/>
          <a:ext cx="3560995" cy="2477882"/>
        </p:xfrm>
        <a:graphic>
          <a:graphicData uri="http://schemas.openxmlformats.org/drawingml/2006/chart">
            <c:chart xmlns:c="http://schemas.openxmlformats.org/drawingml/2006/chart" xmlns:r="http://schemas.openxmlformats.org/officeDocument/2006/relationships" r:id="rId3"/>
          </a:graphicData>
        </a:graphic>
      </p:graphicFrame>
      <p:sp>
        <p:nvSpPr>
          <p:cNvPr id="9" name="CasellaDiTesto 8">
            <a:extLst>
              <a:ext uri="{FF2B5EF4-FFF2-40B4-BE49-F238E27FC236}">
                <a16:creationId xmlns:a16="http://schemas.microsoft.com/office/drawing/2014/main" id="{609DFAB3-6345-BB46-852B-7B0C40CBFFFA}"/>
              </a:ext>
            </a:extLst>
          </p:cNvPr>
          <p:cNvSpPr txBox="1"/>
          <p:nvPr/>
        </p:nvSpPr>
        <p:spPr>
          <a:xfrm>
            <a:off x="6713434" y="2500105"/>
            <a:ext cx="2976445" cy="307777"/>
          </a:xfrm>
          <a:prstGeom prst="rect">
            <a:avLst/>
          </a:prstGeom>
          <a:noFill/>
          <a:effectLst>
            <a:outerShdw blurRad="431800" dist="50800" dir="5400000" sx="96000" sy="96000" algn="ctr" rotWithShape="0">
              <a:schemeClr val="bg2"/>
            </a:outerShdw>
          </a:effectLst>
        </p:spPr>
        <p:txBody>
          <a:bodyPr wrap="square">
            <a:spAutoFit/>
          </a:bodyPr>
          <a:lstStyle/>
          <a:p>
            <a:r>
              <a:rPr lang="it-IT" u="sng" dirty="0">
                <a:solidFill>
                  <a:schemeClr val="tx1"/>
                </a:solidFill>
                <a:latin typeface="Albert Sans"/>
              </a:rPr>
              <a:t>Campioni: 364,78,78</a:t>
            </a:r>
          </a:p>
        </p:txBody>
      </p:sp>
    </p:spTree>
    <p:extLst>
      <p:ext uri="{BB962C8B-B14F-4D97-AF65-F5344CB8AC3E}">
        <p14:creationId xmlns:p14="http://schemas.microsoft.com/office/powerpoint/2010/main" val="3522167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3"/>
          <p:cNvSpPr txBox="1">
            <a:spLocks noGrp="1"/>
          </p:cNvSpPr>
          <p:nvPr>
            <p:ph type="title"/>
          </p:nvPr>
        </p:nvSpPr>
        <p:spPr>
          <a:xfrm>
            <a:off x="2066112" y="340289"/>
            <a:ext cx="5492647" cy="82017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sz="5400" dirty="0"/>
              <a:t> Regressione</a:t>
            </a:r>
            <a:endParaRPr dirty="0"/>
          </a:p>
        </p:txBody>
      </p:sp>
      <p:sp>
        <p:nvSpPr>
          <p:cNvPr id="396" name="Google Shape;396;p33"/>
          <p:cNvSpPr txBox="1">
            <a:spLocks noGrp="1"/>
          </p:cNvSpPr>
          <p:nvPr>
            <p:ph type="subTitle" idx="1"/>
          </p:nvPr>
        </p:nvSpPr>
        <p:spPr>
          <a:xfrm>
            <a:off x="390977" y="1438944"/>
            <a:ext cx="5832423" cy="7173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sz="1600" dirty="0"/>
              <a:t>Analizzo la relazione tra una variabile dipendente (target) e una o più variabili indipendenti (feature)</a:t>
            </a:r>
            <a:endParaRPr lang="it-IT" sz="1600" b="1" dirty="0"/>
          </a:p>
          <a:p>
            <a:pPr marL="0" lvl="0" indent="0" algn="l" rtl="0">
              <a:spcBef>
                <a:spcPts val="0"/>
              </a:spcBef>
              <a:spcAft>
                <a:spcPts val="0"/>
              </a:spcAft>
              <a:buNone/>
            </a:pPr>
            <a:endParaRPr lang="it-IT" dirty="0"/>
          </a:p>
          <a:p>
            <a:pPr marL="0" lvl="0" indent="0" algn="l" rtl="0">
              <a:spcBef>
                <a:spcPts val="0"/>
              </a:spcBef>
              <a:spcAft>
                <a:spcPts val="0"/>
              </a:spcAft>
              <a:buNone/>
            </a:pPr>
            <a:endParaRPr lang="it-IT" sz="1600" dirty="0"/>
          </a:p>
        </p:txBody>
      </p:sp>
      <p:sp>
        <p:nvSpPr>
          <p:cNvPr id="397" name="Google Shape;397;p33"/>
          <p:cNvSpPr txBox="1">
            <a:spLocks noGrp="1"/>
          </p:cNvSpPr>
          <p:nvPr>
            <p:ph type="title" idx="2"/>
          </p:nvPr>
        </p:nvSpPr>
        <p:spPr>
          <a:xfrm>
            <a:off x="581928" y="212122"/>
            <a:ext cx="1691700" cy="1206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05</a:t>
            </a:r>
            <a:endParaRPr dirty="0"/>
          </a:p>
        </p:txBody>
      </p:sp>
      <p:sp>
        <p:nvSpPr>
          <p:cNvPr id="3" name="CasellaDiTesto 2">
            <a:extLst>
              <a:ext uri="{FF2B5EF4-FFF2-40B4-BE49-F238E27FC236}">
                <a16:creationId xmlns:a16="http://schemas.microsoft.com/office/drawing/2014/main" id="{E7185729-31B2-6B36-290B-782E06F4B467}"/>
              </a:ext>
            </a:extLst>
          </p:cNvPr>
          <p:cNvSpPr txBox="1"/>
          <p:nvPr/>
        </p:nvSpPr>
        <p:spPr>
          <a:xfrm>
            <a:off x="351633" y="2230422"/>
            <a:ext cx="8207503" cy="3396764"/>
          </a:xfrm>
          <a:prstGeom prst="rect">
            <a:avLst/>
          </a:prstGeom>
          <a:noFill/>
        </p:spPr>
        <p:txBody>
          <a:bodyPr wrap="square">
            <a:spAutoFit/>
          </a:bodyPr>
          <a:lstStyle/>
          <a:p>
            <a:pPr>
              <a:lnSpc>
                <a:spcPct val="107000"/>
              </a:lnSpc>
              <a:spcAft>
                <a:spcPts val="800"/>
              </a:spcAft>
            </a:pPr>
            <a:r>
              <a:rPr lang="it-IT" sz="1600" kern="100" dirty="0">
                <a:solidFill>
                  <a:schemeClr val="tx1"/>
                </a:solidFill>
                <a:effectLst/>
                <a:latin typeface="Albert Sans"/>
                <a:ea typeface="Aptos" panose="020B0004020202020204" pitchFamily="34" charset="0"/>
                <a:cs typeface="Times New Roman" panose="02020603050405020304" pitchFamily="18" charset="0"/>
              </a:rPr>
              <a:t>Scelgo due coppie di variabili che hanno una </a:t>
            </a:r>
            <a:r>
              <a:rPr lang="it-IT" sz="1600" kern="100" dirty="0">
                <a:solidFill>
                  <a:schemeClr val="accent6"/>
                </a:solidFill>
                <a:effectLst/>
                <a:latin typeface="Albert Sans"/>
                <a:ea typeface="Aptos" panose="020B0004020202020204" pitchFamily="34" charset="0"/>
                <a:cs typeface="Times New Roman" panose="02020603050405020304" pitchFamily="18" charset="0"/>
              </a:rPr>
              <a:t>buona</a:t>
            </a:r>
            <a:r>
              <a:rPr lang="it-IT" sz="1600" kern="100" dirty="0">
                <a:solidFill>
                  <a:schemeClr val="tx1"/>
                </a:solidFill>
                <a:effectLst/>
                <a:latin typeface="Albert Sans"/>
                <a:ea typeface="Aptos" panose="020B0004020202020204" pitchFamily="34" charset="0"/>
                <a:cs typeface="Times New Roman" panose="02020603050405020304" pitchFamily="18" charset="0"/>
              </a:rPr>
              <a:t> correlazione ovvero:</a:t>
            </a:r>
          </a:p>
          <a:p>
            <a:pPr marL="285750" indent="-285750">
              <a:lnSpc>
                <a:spcPct val="107000"/>
              </a:lnSpc>
              <a:spcAft>
                <a:spcPts val="800"/>
              </a:spcAft>
              <a:buFont typeface="Arial" panose="020B0604020202020204" pitchFamily="34" charset="0"/>
              <a:buChar char="•"/>
            </a:pPr>
            <a:r>
              <a:rPr lang="en-US" sz="1600" b="1" kern="100" dirty="0">
                <a:solidFill>
                  <a:schemeClr val="tx1"/>
                </a:solidFill>
                <a:effectLst/>
                <a:latin typeface="Albert Sans"/>
                <a:ea typeface="Aptos" panose="020B0004020202020204" pitchFamily="34" charset="0"/>
                <a:cs typeface="Times New Roman" panose="02020603050405020304" pitchFamily="18" charset="0"/>
              </a:rPr>
              <a:t>Low-carbon electricity </a:t>
            </a:r>
            <a:r>
              <a:rPr lang="en-US" sz="1600" kern="100" dirty="0">
                <a:solidFill>
                  <a:schemeClr val="tx1"/>
                </a:solidFill>
                <a:effectLst/>
                <a:latin typeface="Albert Sans"/>
                <a:ea typeface="Aptos" panose="020B0004020202020204" pitchFamily="34" charset="0"/>
                <a:cs typeface="Times New Roman" panose="02020603050405020304" pitchFamily="18" charset="0"/>
              </a:rPr>
              <a:t>(% electricity) e </a:t>
            </a:r>
            <a:r>
              <a:rPr lang="en-US" sz="1600" b="1" kern="100" dirty="0">
                <a:solidFill>
                  <a:schemeClr val="tx1"/>
                </a:solidFill>
                <a:effectLst/>
                <a:latin typeface="Albert Sans"/>
                <a:ea typeface="Aptos" panose="020B0004020202020204" pitchFamily="34" charset="0"/>
                <a:cs typeface="Times New Roman" panose="02020603050405020304" pitchFamily="18" charset="0"/>
              </a:rPr>
              <a:t>Renewables</a:t>
            </a:r>
            <a:r>
              <a:rPr lang="en-US" sz="1600" kern="100" dirty="0">
                <a:solidFill>
                  <a:schemeClr val="tx1"/>
                </a:solidFill>
                <a:effectLst/>
                <a:latin typeface="Albert Sans"/>
                <a:ea typeface="Aptos" panose="020B0004020202020204" pitchFamily="34" charset="0"/>
                <a:cs typeface="Times New Roman" panose="02020603050405020304" pitchFamily="18" charset="0"/>
              </a:rPr>
              <a:t> (% equivalent primary energy) </a:t>
            </a:r>
            <a:r>
              <a:rPr lang="en-US" sz="1600" kern="100" dirty="0" err="1">
                <a:solidFill>
                  <a:schemeClr val="tx1"/>
                </a:solidFill>
                <a:effectLst/>
                <a:latin typeface="Albert Sans"/>
                <a:ea typeface="Aptos" panose="020B0004020202020204" pitchFamily="34" charset="0"/>
                <a:cs typeface="Times New Roman" panose="02020603050405020304" pitchFamily="18" charset="0"/>
              </a:rPr>
              <a:t>andando</a:t>
            </a:r>
            <a:r>
              <a:rPr lang="en-US" sz="1600" kern="100" dirty="0">
                <a:solidFill>
                  <a:schemeClr val="tx1"/>
                </a:solidFill>
                <a:effectLst/>
                <a:latin typeface="Albert Sans"/>
                <a:ea typeface="Aptos" panose="020B0004020202020204" pitchFamily="34" charset="0"/>
                <a:cs typeface="Times New Roman" panose="02020603050405020304" pitchFamily="18" charset="0"/>
              </a:rPr>
              <a:t> a </a:t>
            </a:r>
            <a:r>
              <a:rPr lang="it-IT" sz="1600" kern="100" dirty="0">
                <a:solidFill>
                  <a:schemeClr val="tx1"/>
                </a:solidFill>
                <a:latin typeface="Albert Sans"/>
                <a:ea typeface="Aptos" panose="020B0004020202020204" pitchFamily="34" charset="0"/>
                <a:cs typeface="Times New Roman" panose="02020603050405020304" pitchFamily="18" charset="0"/>
              </a:rPr>
              <a:t>p</a:t>
            </a:r>
            <a:r>
              <a:rPr lang="it-IT" sz="1600" kern="100" dirty="0">
                <a:solidFill>
                  <a:schemeClr val="tx1"/>
                </a:solidFill>
                <a:effectLst/>
                <a:latin typeface="Albert Sans"/>
                <a:ea typeface="Aptos" panose="020B0004020202020204" pitchFamily="34" charset="0"/>
                <a:cs typeface="Times New Roman" panose="02020603050405020304" pitchFamily="18" charset="0"/>
              </a:rPr>
              <a:t>redire la percentuale di energia rinnovabile rispetto all'energia primaria di elettricità a basse emissioni di carbonio.</a:t>
            </a:r>
          </a:p>
          <a:p>
            <a:pPr marL="285750" indent="-285750">
              <a:lnSpc>
                <a:spcPct val="107000"/>
              </a:lnSpc>
              <a:spcAft>
                <a:spcPts val="800"/>
              </a:spcAft>
              <a:buFont typeface="Arial" panose="020B0604020202020204" pitchFamily="34" charset="0"/>
              <a:buChar char="•"/>
            </a:pPr>
            <a:r>
              <a:rPr lang="en-US" sz="1600" b="1" kern="100" dirty="0">
                <a:solidFill>
                  <a:schemeClr val="tx1"/>
                </a:solidFill>
                <a:latin typeface="Albert Sans"/>
                <a:ea typeface="Aptos" panose="020B0004020202020204" pitchFamily="34" charset="0"/>
                <a:cs typeface="Times New Roman" panose="02020603050405020304" pitchFamily="18" charset="0"/>
              </a:rPr>
              <a:t>Access to clean fuels for cooking </a:t>
            </a:r>
            <a:r>
              <a:rPr lang="en-US" sz="1600" kern="100" dirty="0">
                <a:solidFill>
                  <a:schemeClr val="tx1"/>
                </a:solidFill>
                <a:latin typeface="Albert Sans"/>
                <a:ea typeface="Aptos" panose="020B0004020202020204" pitchFamily="34" charset="0"/>
                <a:cs typeface="Times New Roman" panose="02020603050405020304" pitchFamily="18" charset="0"/>
              </a:rPr>
              <a:t>e </a:t>
            </a:r>
            <a:r>
              <a:rPr lang="en-US" sz="1600" b="1" kern="100" dirty="0">
                <a:solidFill>
                  <a:schemeClr val="tx1"/>
                </a:solidFill>
                <a:latin typeface="Albert Sans"/>
                <a:ea typeface="Aptos" panose="020B0004020202020204" pitchFamily="34" charset="0"/>
                <a:cs typeface="Times New Roman" panose="02020603050405020304" pitchFamily="18" charset="0"/>
              </a:rPr>
              <a:t>Access to electricity </a:t>
            </a:r>
            <a:r>
              <a:rPr lang="en-US" sz="1600" kern="100" dirty="0">
                <a:solidFill>
                  <a:schemeClr val="tx1"/>
                </a:solidFill>
                <a:latin typeface="Albert Sans"/>
                <a:ea typeface="Aptos" panose="020B0004020202020204" pitchFamily="34" charset="0"/>
                <a:cs typeface="Times New Roman" panose="02020603050405020304" pitchFamily="18" charset="0"/>
              </a:rPr>
              <a:t>(% of population) </a:t>
            </a:r>
            <a:r>
              <a:rPr lang="en-US" sz="1600" kern="100" dirty="0" err="1">
                <a:solidFill>
                  <a:schemeClr val="tx1"/>
                </a:solidFill>
                <a:latin typeface="Albert Sans"/>
                <a:ea typeface="Aptos" panose="020B0004020202020204" pitchFamily="34" charset="0"/>
                <a:cs typeface="Times New Roman" panose="02020603050405020304" pitchFamily="18" charset="0"/>
              </a:rPr>
              <a:t>andando</a:t>
            </a:r>
            <a:r>
              <a:rPr lang="en-US" sz="1600" kern="100" dirty="0">
                <a:solidFill>
                  <a:schemeClr val="tx1"/>
                </a:solidFill>
                <a:latin typeface="Albert Sans"/>
                <a:ea typeface="Aptos" panose="020B0004020202020204" pitchFamily="34" charset="0"/>
                <a:cs typeface="Times New Roman" panose="02020603050405020304" pitchFamily="18" charset="0"/>
              </a:rPr>
              <a:t> a </a:t>
            </a:r>
            <a:r>
              <a:rPr lang="en-US" sz="1600" kern="100" dirty="0" err="1">
                <a:solidFill>
                  <a:schemeClr val="tx1"/>
                </a:solidFill>
                <a:latin typeface="Albert Sans"/>
                <a:ea typeface="Aptos" panose="020B0004020202020204" pitchFamily="34" charset="0"/>
                <a:cs typeface="Times New Roman" panose="02020603050405020304" pitchFamily="18" charset="0"/>
              </a:rPr>
              <a:t>predirre</a:t>
            </a:r>
            <a:r>
              <a:rPr lang="en-US" sz="1600" kern="100" dirty="0">
                <a:solidFill>
                  <a:schemeClr val="tx1"/>
                </a:solidFill>
                <a:latin typeface="Albert Sans"/>
                <a:ea typeface="Aptos" panose="020B0004020202020204" pitchFamily="34" charset="0"/>
                <a:cs typeface="Times New Roman" panose="02020603050405020304" pitchFamily="18" charset="0"/>
              </a:rPr>
              <a:t> </a:t>
            </a:r>
            <a:r>
              <a:rPr lang="it-IT" sz="1600" dirty="0">
                <a:solidFill>
                  <a:schemeClr val="tx1"/>
                </a:solidFill>
                <a:latin typeface="Albert Sans"/>
              </a:rPr>
              <a:t>la percentuale di popolazione con accesso all'elettricità a partire dalla percentuale di popolazione con accesso ai combustibili puliti per cucinare.</a:t>
            </a:r>
            <a:endParaRPr lang="it-IT" sz="1600" kern="100" dirty="0">
              <a:solidFill>
                <a:schemeClr val="tx1"/>
              </a:solidFill>
              <a:latin typeface="Albert Sans"/>
              <a:ea typeface="Aptos" panose="020B0004020202020204" pitchFamily="34" charset="0"/>
              <a:cs typeface="Times New Roman" panose="02020603050405020304" pitchFamily="18" charset="0"/>
            </a:endParaRPr>
          </a:p>
          <a:p>
            <a:pPr>
              <a:lnSpc>
                <a:spcPct val="107000"/>
              </a:lnSpc>
              <a:spcAft>
                <a:spcPts val="800"/>
              </a:spcAft>
            </a:pPr>
            <a:endParaRPr lang="it-IT" kern="100" dirty="0">
              <a:solidFill>
                <a:schemeClr val="tx1"/>
              </a:solidFill>
              <a:effectLst/>
              <a:latin typeface="Albert Sans"/>
              <a:ea typeface="Aptos" panose="020B0004020202020204" pitchFamily="34" charset="0"/>
              <a:cs typeface="Times New Roman" panose="02020603050405020304" pitchFamily="18" charset="0"/>
            </a:endParaRPr>
          </a:p>
          <a:p>
            <a:pPr>
              <a:lnSpc>
                <a:spcPct val="107000"/>
              </a:lnSpc>
              <a:spcAft>
                <a:spcPts val="800"/>
              </a:spcAft>
            </a:pPr>
            <a:endParaRPr lang="it-IT" kern="100" dirty="0">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endParaRPr lang="it-IT"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Immagine 3">
            <a:extLst>
              <a:ext uri="{FF2B5EF4-FFF2-40B4-BE49-F238E27FC236}">
                <a16:creationId xmlns:a16="http://schemas.microsoft.com/office/drawing/2014/main" id="{61F15DE1-15AA-8C59-8FD0-DBC65EE4F350}"/>
              </a:ext>
            </a:extLst>
          </p:cNvPr>
          <p:cNvPicPr>
            <a:picLocks noChangeAspect="1"/>
          </p:cNvPicPr>
          <p:nvPr/>
        </p:nvPicPr>
        <p:blipFill>
          <a:blip r:embed="rId3"/>
          <a:stretch>
            <a:fillRect/>
          </a:stretch>
        </p:blipFill>
        <p:spPr>
          <a:xfrm>
            <a:off x="7077888" y="212122"/>
            <a:ext cx="1691700" cy="1691700"/>
          </a:xfrm>
          <a:prstGeom prst="rect">
            <a:avLst/>
          </a:prstGeom>
        </p:spPr>
      </p:pic>
    </p:spTree>
    <p:extLst>
      <p:ext uri="{BB962C8B-B14F-4D97-AF65-F5344CB8AC3E}">
        <p14:creationId xmlns:p14="http://schemas.microsoft.com/office/powerpoint/2010/main" val="34911472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F354E2C-F7DE-9724-692D-BF091F2A58A6}"/>
              </a:ext>
            </a:extLst>
          </p:cNvPr>
          <p:cNvSpPr>
            <a:spLocks noGrp="1"/>
          </p:cNvSpPr>
          <p:nvPr>
            <p:ph type="title"/>
          </p:nvPr>
        </p:nvSpPr>
        <p:spPr>
          <a:xfrm>
            <a:off x="271006" y="0"/>
            <a:ext cx="6637793" cy="828677"/>
          </a:xfrm>
        </p:spPr>
        <p:txBody>
          <a:bodyPr/>
          <a:lstStyle/>
          <a:p>
            <a:r>
              <a:rPr kumimoji="0" lang="it-IT" sz="3600" b="1" i="0" u="none" strike="noStrike" kern="0" cap="none" spc="0" normalizeH="0" baseline="0" noProof="0" dirty="0">
                <a:ln>
                  <a:noFill/>
                </a:ln>
                <a:solidFill>
                  <a:srgbClr val="13304E"/>
                </a:solidFill>
                <a:effectLst/>
                <a:uLnTx/>
                <a:uFillTx/>
                <a:latin typeface="Albert Sans"/>
                <a:sym typeface="Albert Sans"/>
              </a:rPr>
              <a:t>Grafico Regressione lineare</a:t>
            </a:r>
            <a:endParaRPr lang="it-IT" dirty="0"/>
          </a:p>
        </p:txBody>
      </p:sp>
      <p:pic>
        <p:nvPicPr>
          <p:cNvPr id="5" name="Immagine 4">
            <a:extLst>
              <a:ext uri="{FF2B5EF4-FFF2-40B4-BE49-F238E27FC236}">
                <a16:creationId xmlns:a16="http://schemas.microsoft.com/office/drawing/2014/main" id="{8B663E97-FF7D-4D9E-1270-01397FB605EE}"/>
              </a:ext>
            </a:extLst>
          </p:cNvPr>
          <p:cNvPicPr>
            <a:picLocks noChangeAspect="1"/>
          </p:cNvPicPr>
          <p:nvPr/>
        </p:nvPicPr>
        <p:blipFill>
          <a:blip r:embed="rId2"/>
          <a:stretch>
            <a:fillRect/>
          </a:stretch>
        </p:blipFill>
        <p:spPr>
          <a:xfrm>
            <a:off x="403131" y="967900"/>
            <a:ext cx="4051638" cy="2382955"/>
          </a:xfrm>
          <a:prstGeom prst="rect">
            <a:avLst/>
          </a:prstGeom>
        </p:spPr>
      </p:pic>
      <p:pic>
        <p:nvPicPr>
          <p:cNvPr id="8" name="Immagine 7">
            <a:extLst>
              <a:ext uri="{FF2B5EF4-FFF2-40B4-BE49-F238E27FC236}">
                <a16:creationId xmlns:a16="http://schemas.microsoft.com/office/drawing/2014/main" id="{ECF0C476-0627-4A76-6A8E-B0B00BFA3CE2}"/>
              </a:ext>
            </a:extLst>
          </p:cNvPr>
          <p:cNvPicPr>
            <a:picLocks noChangeAspect="1"/>
          </p:cNvPicPr>
          <p:nvPr/>
        </p:nvPicPr>
        <p:blipFill>
          <a:blip r:embed="rId3"/>
          <a:stretch>
            <a:fillRect/>
          </a:stretch>
        </p:blipFill>
        <p:spPr>
          <a:xfrm>
            <a:off x="996999" y="3593852"/>
            <a:ext cx="2863901" cy="761562"/>
          </a:xfrm>
          <a:prstGeom prst="rect">
            <a:avLst/>
          </a:prstGeom>
        </p:spPr>
      </p:pic>
      <p:sp>
        <p:nvSpPr>
          <p:cNvPr id="11" name="Rectangle 1">
            <a:extLst>
              <a:ext uri="{FF2B5EF4-FFF2-40B4-BE49-F238E27FC236}">
                <a16:creationId xmlns:a16="http://schemas.microsoft.com/office/drawing/2014/main" id="{03C16EE9-2668-AE4D-808F-BE97478FEB39}"/>
              </a:ext>
            </a:extLst>
          </p:cNvPr>
          <p:cNvSpPr>
            <a:spLocks noGrp="1" noChangeArrowheads="1"/>
          </p:cNvSpPr>
          <p:nvPr>
            <p:ph type="subTitle" idx="1"/>
          </p:nvPr>
        </p:nvSpPr>
        <p:spPr bwMode="auto">
          <a:xfrm>
            <a:off x="4689233" y="674302"/>
            <a:ext cx="4321908"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b="1" i="0" u="none" strike="noStrike" cap="none" normalizeH="0" baseline="0" dirty="0">
                <a:ln>
                  <a:noFill/>
                </a:ln>
                <a:solidFill>
                  <a:schemeClr val="tx1"/>
                </a:solidFill>
                <a:effectLst/>
                <a:latin typeface="Albert Sans" panose="020B0604020202020204" charset="0"/>
                <a:cs typeface="Arial" panose="020B0604020202020204" pitchFamily="34" charset="0"/>
              </a:rPr>
              <a:t>R^2 (Coefficiente di Determinazione):</a:t>
            </a:r>
            <a:r>
              <a:rPr kumimoji="0" lang="it-IT" altLang="it-IT" b="0" i="0" u="none" strike="noStrike" cap="none" normalizeH="0" baseline="0" dirty="0">
                <a:ln>
                  <a:noFill/>
                </a:ln>
                <a:solidFill>
                  <a:schemeClr val="tx1"/>
                </a:solidFill>
                <a:effectLst/>
                <a:latin typeface="Albert Sans" panose="020B0604020202020204" charset="0"/>
                <a:cs typeface="Arial" panose="020B0604020202020204" pitchFamily="34" charset="0"/>
              </a:rPr>
              <a:t> 0.9602458543092568</a:t>
            </a:r>
          </a:p>
          <a:p>
            <a:pPr marL="0" marR="0" lvl="0" indent="0" algn="l" defTabSz="914400" rtl="0" eaLnBrk="0" fontAlgn="base" latinLnBrk="0" hangingPunct="0">
              <a:lnSpc>
                <a:spcPct val="100000"/>
              </a:lnSpc>
              <a:spcBef>
                <a:spcPct val="0"/>
              </a:spcBef>
              <a:spcAft>
                <a:spcPct val="0"/>
              </a:spcAft>
              <a:buClrTx/>
              <a:buSzTx/>
              <a:tabLst/>
            </a:pPr>
            <a:r>
              <a:rPr kumimoji="0" lang="it-IT" altLang="it-IT" b="0" i="0" u="none" strike="noStrike" cap="none" normalizeH="0" baseline="0" dirty="0">
                <a:ln>
                  <a:noFill/>
                </a:ln>
                <a:solidFill>
                  <a:schemeClr val="tx1"/>
                </a:solidFill>
                <a:effectLst/>
                <a:latin typeface="Albert Sans" panose="020B0604020202020204" charset="0"/>
                <a:cs typeface="Arial" panose="020B0604020202020204" pitchFamily="34" charset="0"/>
              </a:rPr>
              <a:t>Un valore di R^2 di circa 0.96 indica che il 96% della variabilità nella percentuale di energia primaria rinnovabile può essere spiegata dalla variabilità nella percentuale di elettricità a basso contenuto di carbonio. Questo suggerisce un ottimo adattamento del modello ai dati.</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it-IT" altLang="it-IT" b="0" i="0" u="none" strike="noStrike" cap="none" normalizeH="0" baseline="0" dirty="0">
              <a:ln>
                <a:noFill/>
              </a:ln>
              <a:solidFill>
                <a:schemeClr val="tx1"/>
              </a:solidFill>
              <a:effectLst/>
              <a:latin typeface="Albert Sans" panose="020B060402020202020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b="1" i="0" u="none" strike="noStrike" cap="none" normalizeH="0" baseline="0" dirty="0">
                <a:ln>
                  <a:noFill/>
                </a:ln>
                <a:solidFill>
                  <a:schemeClr val="tx1"/>
                </a:solidFill>
                <a:effectLst/>
                <a:latin typeface="Albert Sans" panose="020B0604020202020204" charset="0"/>
                <a:cs typeface="Arial" panose="020B0604020202020204" pitchFamily="34" charset="0"/>
              </a:rPr>
              <a:t>MSE (Mean </a:t>
            </a:r>
            <a:r>
              <a:rPr kumimoji="0" lang="it-IT" altLang="it-IT" b="1" i="0" u="none" strike="noStrike" cap="none" normalizeH="0" baseline="0" dirty="0" err="1">
                <a:ln>
                  <a:noFill/>
                </a:ln>
                <a:solidFill>
                  <a:schemeClr val="tx1"/>
                </a:solidFill>
                <a:effectLst/>
                <a:latin typeface="Albert Sans" panose="020B0604020202020204" charset="0"/>
                <a:cs typeface="Arial" panose="020B0604020202020204" pitchFamily="34" charset="0"/>
              </a:rPr>
              <a:t>Squared</a:t>
            </a:r>
            <a:r>
              <a:rPr kumimoji="0" lang="it-IT" altLang="it-IT" b="1" i="0" u="none" strike="noStrike" cap="none" normalizeH="0" baseline="0" dirty="0">
                <a:ln>
                  <a:noFill/>
                </a:ln>
                <a:solidFill>
                  <a:schemeClr val="tx1"/>
                </a:solidFill>
                <a:effectLst/>
                <a:latin typeface="Albert Sans" panose="020B0604020202020204" charset="0"/>
                <a:cs typeface="Arial" panose="020B0604020202020204" pitchFamily="34" charset="0"/>
              </a:rPr>
              <a:t> </a:t>
            </a:r>
            <a:r>
              <a:rPr kumimoji="0" lang="it-IT" altLang="it-IT" b="1" i="0" u="none" strike="noStrike" cap="none" normalizeH="0" baseline="0" dirty="0" err="1">
                <a:ln>
                  <a:noFill/>
                </a:ln>
                <a:solidFill>
                  <a:schemeClr val="tx1"/>
                </a:solidFill>
                <a:effectLst/>
                <a:latin typeface="Albert Sans" panose="020B0604020202020204" charset="0"/>
                <a:cs typeface="Arial" panose="020B0604020202020204" pitchFamily="34" charset="0"/>
              </a:rPr>
              <a:t>Error</a:t>
            </a:r>
            <a:r>
              <a:rPr kumimoji="0" lang="it-IT" altLang="it-IT" b="1" i="0" u="none" strike="noStrike" cap="none" normalizeH="0" baseline="0" dirty="0">
                <a:ln>
                  <a:noFill/>
                </a:ln>
                <a:solidFill>
                  <a:schemeClr val="tx1"/>
                </a:solidFill>
                <a:effectLst/>
                <a:latin typeface="Albert Sans" panose="020B0604020202020204" charset="0"/>
                <a:cs typeface="Arial" panose="020B0604020202020204" pitchFamily="34" charset="0"/>
              </a:rPr>
              <a:t>):</a:t>
            </a:r>
            <a:r>
              <a:rPr kumimoji="0" lang="it-IT" altLang="it-IT" b="0" i="0" u="none" strike="noStrike" cap="none" normalizeH="0" baseline="0" dirty="0">
                <a:ln>
                  <a:noFill/>
                </a:ln>
                <a:solidFill>
                  <a:schemeClr val="tx1"/>
                </a:solidFill>
                <a:effectLst/>
                <a:latin typeface="Albert Sans" panose="020B0604020202020204" charset="0"/>
                <a:cs typeface="Arial" panose="020B0604020202020204" pitchFamily="34" charset="0"/>
              </a:rPr>
              <a:t> 5.066508574334853</a:t>
            </a:r>
          </a:p>
          <a:p>
            <a:pPr marL="0" marR="0" lvl="0" indent="0" algn="l" defTabSz="914400" rtl="0" eaLnBrk="0" fontAlgn="base" latinLnBrk="0" hangingPunct="0">
              <a:lnSpc>
                <a:spcPct val="100000"/>
              </a:lnSpc>
              <a:spcBef>
                <a:spcPct val="0"/>
              </a:spcBef>
              <a:spcAft>
                <a:spcPct val="0"/>
              </a:spcAft>
              <a:buClrTx/>
              <a:buSzTx/>
              <a:tabLst/>
            </a:pPr>
            <a:r>
              <a:rPr kumimoji="0" lang="it-IT" altLang="it-IT" b="0" i="0" u="none" strike="noStrike" cap="none" normalizeH="0" baseline="0" dirty="0">
                <a:ln>
                  <a:noFill/>
                </a:ln>
                <a:solidFill>
                  <a:schemeClr val="tx1"/>
                </a:solidFill>
                <a:effectLst/>
                <a:latin typeface="Albert Sans" panose="020B0604020202020204" charset="0"/>
                <a:cs typeface="Arial" panose="020B0604020202020204" pitchFamily="34" charset="0"/>
              </a:rPr>
              <a:t>L'MSE rappresenta l'errore quadratico medio delle predizioni del modello. Un valore di circa 5.07 indica che, in media, le previsioni del modello differiscono dai valori osservati di circa 5 punti percentuali quadrati. Questo valore è relativamente basso, indicando che il modello ha una ottima precisione.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80989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F354E2C-F7DE-9724-692D-BF091F2A58A6}"/>
              </a:ext>
            </a:extLst>
          </p:cNvPr>
          <p:cNvSpPr>
            <a:spLocks noGrp="1"/>
          </p:cNvSpPr>
          <p:nvPr>
            <p:ph type="title"/>
          </p:nvPr>
        </p:nvSpPr>
        <p:spPr>
          <a:xfrm>
            <a:off x="277799" y="104211"/>
            <a:ext cx="6974096" cy="828677"/>
          </a:xfrm>
        </p:spPr>
        <p:txBody>
          <a:bodyPr/>
          <a:lstStyle/>
          <a:p>
            <a:r>
              <a:rPr kumimoji="0" lang="it-IT" sz="3600" b="1" i="0" u="none" strike="noStrike" kern="0" cap="none" spc="0" normalizeH="0" baseline="0" noProof="0" dirty="0">
                <a:ln>
                  <a:noFill/>
                </a:ln>
                <a:solidFill>
                  <a:srgbClr val="13304E"/>
                </a:solidFill>
                <a:effectLst/>
                <a:uLnTx/>
                <a:uFillTx/>
                <a:latin typeface="Albert Sans"/>
                <a:sym typeface="Albert Sans"/>
              </a:rPr>
              <a:t>Grafico Regressione lineare</a:t>
            </a:r>
            <a:endParaRPr lang="it-IT" dirty="0"/>
          </a:p>
        </p:txBody>
      </p:sp>
      <p:sp>
        <p:nvSpPr>
          <p:cNvPr id="11" name="Rectangle 1">
            <a:extLst>
              <a:ext uri="{FF2B5EF4-FFF2-40B4-BE49-F238E27FC236}">
                <a16:creationId xmlns:a16="http://schemas.microsoft.com/office/drawing/2014/main" id="{03C16EE9-2668-AE4D-808F-BE97478FEB39}"/>
              </a:ext>
            </a:extLst>
          </p:cNvPr>
          <p:cNvSpPr>
            <a:spLocks noGrp="1" noChangeArrowheads="1"/>
          </p:cNvSpPr>
          <p:nvPr>
            <p:ph type="subTitle" idx="1"/>
          </p:nvPr>
        </p:nvSpPr>
        <p:spPr bwMode="auto">
          <a:xfrm>
            <a:off x="4457700" y="825166"/>
            <a:ext cx="4540581"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Arial" panose="020B0604020202020204" pitchFamily="34" charset="0"/>
              <a:buChar char="•"/>
            </a:pPr>
            <a:r>
              <a:rPr lang="it-IT" b="1" dirty="0"/>
              <a:t>R² (Coefficiente di Determinazione):</a:t>
            </a:r>
            <a:r>
              <a:rPr lang="it-IT" dirty="0"/>
              <a:t> 0.6170350409092994</a:t>
            </a:r>
          </a:p>
          <a:p>
            <a:pPr marL="139700" indent="0"/>
            <a:r>
              <a:rPr lang="it-IT" dirty="0"/>
              <a:t>Un valore di R² di circa 0.62 indica che il 62% della variabilità nell'accesso all'elettricità (% della popolazione) può essere spiegata dalla variabilità nell'accesso ai combustibili puliti per cucinare. Questo suggerisce un buon adattamento del modello ai dati</a:t>
            </a:r>
          </a:p>
          <a:p>
            <a:pPr>
              <a:buFont typeface="Arial" panose="020B0604020202020204" pitchFamily="34" charset="0"/>
              <a:buChar char="•"/>
            </a:pPr>
            <a:endParaRPr lang="it-IT" dirty="0"/>
          </a:p>
          <a:p>
            <a:pPr>
              <a:buFont typeface="Arial" panose="020B0604020202020204" pitchFamily="34" charset="0"/>
              <a:buChar char="•"/>
            </a:pPr>
            <a:r>
              <a:rPr lang="it-IT" b="1" dirty="0"/>
              <a:t>MSE (Mean </a:t>
            </a:r>
            <a:r>
              <a:rPr lang="it-IT" b="1" dirty="0" err="1"/>
              <a:t>Squared</a:t>
            </a:r>
            <a:r>
              <a:rPr lang="it-IT" b="1" dirty="0"/>
              <a:t> </a:t>
            </a:r>
            <a:r>
              <a:rPr lang="it-IT" b="1" dirty="0" err="1"/>
              <a:t>Error</a:t>
            </a:r>
            <a:r>
              <a:rPr lang="it-IT" b="1" dirty="0"/>
              <a:t>):</a:t>
            </a:r>
            <a:r>
              <a:rPr lang="it-IT" dirty="0"/>
              <a:t> 56.00635885252964</a:t>
            </a:r>
          </a:p>
          <a:p>
            <a:pPr marL="139700" marR="0" lvl="0" indent="0" algn="l" defTabSz="914400" rtl="0" eaLnBrk="1" fontAlgn="auto" latinLnBrk="0" hangingPunct="1">
              <a:lnSpc>
                <a:spcPct val="100000"/>
              </a:lnSpc>
              <a:spcBef>
                <a:spcPts val="0"/>
              </a:spcBef>
              <a:spcAft>
                <a:spcPts val="0"/>
              </a:spcAft>
              <a:buClr>
                <a:srgbClr val="13304E"/>
              </a:buClr>
              <a:buSzPts val="1400"/>
              <a:tabLst/>
              <a:defRPr/>
            </a:pPr>
            <a:r>
              <a:rPr lang="it-IT" dirty="0"/>
              <a:t>Rappresenta l'errore quadratico medio delle predizioni del modello. Un valore di circa 56.01 indica che, in media, le previsioni del modello differiscono dai valori osservati di circa 56 unità quadrate, </a:t>
            </a:r>
            <a:r>
              <a:rPr kumimoji="0" lang="it-IT" altLang="it-IT" sz="1400" b="0" i="0" u="none" strike="noStrike" kern="0" cap="none" spc="0" normalizeH="0" baseline="0" noProof="0" dirty="0">
                <a:ln>
                  <a:noFill/>
                </a:ln>
                <a:solidFill>
                  <a:srgbClr val="13304E"/>
                </a:solidFill>
                <a:effectLst/>
                <a:uLnTx/>
                <a:uFillTx/>
                <a:latin typeface="Albert Sans" panose="020B0604020202020204" charset="0"/>
                <a:sym typeface="Albert Sans"/>
              </a:rPr>
              <a:t>Questo valore è relativamente basso, indicando che il modello ha una buona precisione.</a:t>
            </a:r>
          </a:p>
          <a:p>
            <a:pPr marL="139700" indent="0"/>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pic>
        <p:nvPicPr>
          <p:cNvPr id="10" name="Immagine 9">
            <a:extLst>
              <a:ext uri="{FF2B5EF4-FFF2-40B4-BE49-F238E27FC236}">
                <a16:creationId xmlns:a16="http://schemas.microsoft.com/office/drawing/2014/main" id="{7CC2C03B-AAD5-263C-BB8C-3A0F8E43C440}"/>
              </a:ext>
            </a:extLst>
          </p:cNvPr>
          <p:cNvPicPr>
            <a:picLocks noChangeAspect="1"/>
          </p:cNvPicPr>
          <p:nvPr/>
        </p:nvPicPr>
        <p:blipFill>
          <a:blip r:embed="rId2"/>
          <a:stretch>
            <a:fillRect/>
          </a:stretch>
        </p:blipFill>
        <p:spPr>
          <a:xfrm>
            <a:off x="899889" y="3639818"/>
            <a:ext cx="3036278" cy="813493"/>
          </a:xfrm>
          <a:prstGeom prst="rect">
            <a:avLst/>
          </a:prstGeom>
        </p:spPr>
      </p:pic>
      <p:pic>
        <p:nvPicPr>
          <p:cNvPr id="13" name="Immagine 12">
            <a:extLst>
              <a:ext uri="{FF2B5EF4-FFF2-40B4-BE49-F238E27FC236}">
                <a16:creationId xmlns:a16="http://schemas.microsoft.com/office/drawing/2014/main" id="{F5DD32F8-871D-F54E-8437-551F45A8A760}"/>
              </a:ext>
            </a:extLst>
          </p:cNvPr>
          <p:cNvPicPr>
            <a:picLocks noChangeAspect="1"/>
          </p:cNvPicPr>
          <p:nvPr/>
        </p:nvPicPr>
        <p:blipFill>
          <a:blip r:embed="rId3"/>
          <a:stretch>
            <a:fillRect/>
          </a:stretch>
        </p:blipFill>
        <p:spPr>
          <a:xfrm>
            <a:off x="385976" y="932888"/>
            <a:ext cx="4064104" cy="2508466"/>
          </a:xfrm>
          <a:prstGeom prst="rect">
            <a:avLst/>
          </a:prstGeom>
        </p:spPr>
      </p:pic>
    </p:spTree>
    <p:extLst>
      <p:ext uri="{BB962C8B-B14F-4D97-AF65-F5344CB8AC3E}">
        <p14:creationId xmlns:p14="http://schemas.microsoft.com/office/powerpoint/2010/main" val="35722746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F354E2C-F7DE-9724-692D-BF091F2A58A6}"/>
              </a:ext>
            </a:extLst>
          </p:cNvPr>
          <p:cNvSpPr>
            <a:spLocks noGrp="1"/>
          </p:cNvSpPr>
          <p:nvPr>
            <p:ph type="title"/>
          </p:nvPr>
        </p:nvSpPr>
        <p:spPr>
          <a:xfrm>
            <a:off x="1370440" y="0"/>
            <a:ext cx="8529293" cy="1914062"/>
          </a:xfrm>
        </p:spPr>
        <p:txBody>
          <a:bodyPr/>
          <a:lstStyle/>
          <a:p>
            <a:r>
              <a:rPr lang="it-IT" sz="3200" dirty="0"/>
              <a:t>Grafico della Normalità dei Residui</a:t>
            </a:r>
          </a:p>
        </p:txBody>
      </p:sp>
      <p:sp>
        <p:nvSpPr>
          <p:cNvPr id="4" name="Sottotitolo 3">
            <a:extLst>
              <a:ext uri="{FF2B5EF4-FFF2-40B4-BE49-F238E27FC236}">
                <a16:creationId xmlns:a16="http://schemas.microsoft.com/office/drawing/2014/main" id="{DAD1518D-0398-E3B0-88F0-DF66533FB2EF}"/>
              </a:ext>
            </a:extLst>
          </p:cNvPr>
          <p:cNvSpPr>
            <a:spLocks noGrp="1"/>
          </p:cNvSpPr>
          <p:nvPr>
            <p:ph type="subTitle" idx="1"/>
          </p:nvPr>
        </p:nvSpPr>
        <p:spPr>
          <a:xfrm>
            <a:off x="444137" y="3674120"/>
            <a:ext cx="8100423" cy="1112716"/>
          </a:xfrm>
        </p:spPr>
        <p:txBody>
          <a:bodyPr/>
          <a:lstStyle/>
          <a:p>
            <a:pPr>
              <a:buFont typeface="Arial" panose="020B0604020202020204" pitchFamily="34" charset="0"/>
              <a:buChar char="•"/>
            </a:pPr>
            <a:r>
              <a:rPr lang="it-IT" dirty="0"/>
              <a:t>per entrambi gli istogrammi notiamo  che la maggior parte dei residui è concentrata </a:t>
            </a:r>
            <a:r>
              <a:rPr lang="it-IT" b="1" dirty="0"/>
              <a:t>intorno a 0</a:t>
            </a:r>
            <a:r>
              <a:rPr lang="it-IT" dirty="0"/>
              <a:t>, con un </a:t>
            </a:r>
            <a:r>
              <a:rPr lang="it-IT" b="1" dirty="0"/>
              <a:t>picco</a:t>
            </a:r>
            <a:r>
              <a:rPr lang="it-IT" dirty="0"/>
              <a:t> molto pronunciato in corrispondenza di questo valore. Questo suggerisce che il modello predice </a:t>
            </a:r>
            <a:r>
              <a:rPr lang="it-IT" b="1" dirty="0"/>
              <a:t>bene</a:t>
            </a:r>
            <a:r>
              <a:rPr lang="it-IT" dirty="0"/>
              <a:t> i valori osservati nella maggior parte dei casi, nonostante la leggera asimmetria .</a:t>
            </a:r>
          </a:p>
        </p:txBody>
      </p:sp>
      <p:sp>
        <p:nvSpPr>
          <p:cNvPr id="10" name="CasellaDiTesto 9">
            <a:extLst>
              <a:ext uri="{FF2B5EF4-FFF2-40B4-BE49-F238E27FC236}">
                <a16:creationId xmlns:a16="http://schemas.microsoft.com/office/drawing/2014/main" id="{E11E7855-989B-633E-1F89-11B7A5EAB36D}"/>
              </a:ext>
            </a:extLst>
          </p:cNvPr>
          <p:cNvSpPr txBox="1"/>
          <p:nvPr/>
        </p:nvSpPr>
        <p:spPr>
          <a:xfrm>
            <a:off x="535577" y="589495"/>
            <a:ext cx="8296189" cy="523220"/>
          </a:xfrm>
          <a:prstGeom prst="rect">
            <a:avLst/>
          </a:prstGeom>
          <a:noFill/>
        </p:spPr>
        <p:txBody>
          <a:bodyPr wrap="square">
            <a:spAutoFit/>
          </a:bodyPr>
          <a:lstStyle/>
          <a:p>
            <a:r>
              <a:rPr kumimoji="0" lang="it-IT" sz="1400" b="0" i="0" u="none" strike="noStrike" kern="0" cap="none" spc="0" normalizeH="0" baseline="0" noProof="0" dirty="0">
                <a:ln>
                  <a:noFill/>
                </a:ln>
                <a:solidFill>
                  <a:srgbClr val="13304E"/>
                </a:solidFill>
                <a:effectLst/>
                <a:uLnTx/>
                <a:uFillTx/>
                <a:latin typeface="Albert Sans"/>
                <a:sym typeface="Albert Sans"/>
              </a:rPr>
              <a:t>L'istogramma mostra la frequenza dei residui, mentre la curva di densità sovrapposta rappresenta una stima della distribuzione dei residui  (le differenze tra i valori osservati e quelli predetti dal modello di regressione)</a:t>
            </a:r>
            <a:endParaRPr lang="it-IT" dirty="0"/>
          </a:p>
        </p:txBody>
      </p:sp>
      <p:pic>
        <p:nvPicPr>
          <p:cNvPr id="13" name="Immagine 12">
            <a:extLst>
              <a:ext uri="{FF2B5EF4-FFF2-40B4-BE49-F238E27FC236}">
                <a16:creationId xmlns:a16="http://schemas.microsoft.com/office/drawing/2014/main" id="{82980665-CB58-0FBD-E3AC-68254837A6E2}"/>
              </a:ext>
            </a:extLst>
          </p:cNvPr>
          <p:cNvPicPr>
            <a:picLocks noChangeAspect="1"/>
          </p:cNvPicPr>
          <p:nvPr/>
        </p:nvPicPr>
        <p:blipFill>
          <a:blip r:embed="rId2"/>
          <a:stretch>
            <a:fillRect/>
          </a:stretch>
        </p:blipFill>
        <p:spPr>
          <a:xfrm>
            <a:off x="265531" y="1286368"/>
            <a:ext cx="4306469" cy="2289291"/>
          </a:xfrm>
          <a:prstGeom prst="rect">
            <a:avLst/>
          </a:prstGeom>
        </p:spPr>
      </p:pic>
      <p:pic>
        <p:nvPicPr>
          <p:cNvPr id="15" name="Immagine 14">
            <a:extLst>
              <a:ext uri="{FF2B5EF4-FFF2-40B4-BE49-F238E27FC236}">
                <a16:creationId xmlns:a16="http://schemas.microsoft.com/office/drawing/2014/main" id="{EDEED38F-7B06-0159-95D6-05E4174E6628}"/>
              </a:ext>
            </a:extLst>
          </p:cNvPr>
          <p:cNvPicPr>
            <a:picLocks noChangeAspect="1"/>
          </p:cNvPicPr>
          <p:nvPr/>
        </p:nvPicPr>
        <p:blipFill>
          <a:blip r:embed="rId3"/>
          <a:stretch>
            <a:fillRect/>
          </a:stretch>
        </p:blipFill>
        <p:spPr>
          <a:xfrm>
            <a:off x="4860657" y="1285317"/>
            <a:ext cx="3971109" cy="2290342"/>
          </a:xfrm>
          <a:prstGeom prst="rect">
            <a:avLst/>
          </a:prstGeom>
        </p:spPr>
      </p:pic>
    </p:spTree>
    <p:extLst>
      <p:ext uri="{BB962C8B-B14F-4D97-AF65-F5344CB8AC3E}">
        <p14:creationId xmlns:p14="http://schemas.microsoft.com/office/powerpoint/2010/main" val="482390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3"/>
          <p:cNvSpPr txBox="1">
            <a:spLocks noGrp="1"/>
          </p:cNvSpPr>
          <p:nvPr>
            <p:ph type="title"/>
          </p:nvPr>
        </p:nvSpPr>
        <p:spPr>
          <a:xfrm>
            <a:off x="1245080" y="0"/>
            <a:ext cx="7627196" cy="134936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sz="4800" dirty="0"/>
              <a:t> </a:t>
            </a:r>
            <a:r>
              <a:rPr lang="it-IT" sz="3600" dirty="0"/>
              <a:t>Addestramento del </a:t>
            </a:r>
            <a:br>
              <a:rPr lang="it-IT" sz="3600" dirty="0"/>
            </a:br>
            <a:r>
              <a:rPr lang="it-IT" sz="3600" dirty="0"/>
              <a:t> Modello</a:t>
            </a:r>
            <a:endParaRPr sz="2800" dirty="0"/>
          </a:p>
        </p:txBody>
      </p:sp>
      <p:sp>
        <p:nvSpPr>
          <p:cNvPr id="397" name="Google Shape;397;p33"/>
          <p:cNvSpPr txBox="1">
            <a:spLocks noGrp="1"/>
          </p:cNvSpPr>
          <p:nvPr>
            <p:ph type="title" idx="2"/>
          </p:nvPr>
        </p:nvSpPr>
        <p:spPr>
          <a:xfrm>
            <a:off x="168018" y="-52251"/>
            <a:ext cx="1691700" cy="1206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kumimoji="0" lang="en" sz="6000" b="1" i="0" u="none" strike="noStrike" kern="0" cap="none" spc="0" normalizeH="0" baseline="0" noProof="0" dirty="0">
                <a:ln>
                  <a:noFill/>
                </a:ln>
                <a:solidFill>
                  <a:srgbClr val="6EA843"/>
                </a:solidFill>
                <a:effectLst/>
                <a:uLnTx/>
                <a:uFillTx/>
                <a:latin typeface="Albert Sans"/>
                <a:sym typeface="Albert Sans"/>
              </a:rPr>
              <a:t>06</a:t>
            </a:r>
            <a:endParaRPr sz="6000" dirty="0"/>
          </a:p>
        </p:txBody>
      </p:sp>
      <p:sp>
        <p:nvSpPr>
          <p:cNvPr id="5" name="Rectangle 1">
            <a:extLst>
              <a:ext uri="{FF2B5EF4-FFF2-40B4-BE49-F238E27FC236}">
                <a16:creationId xmlns:a16="http://schemas.microsoft.com/office/drawing/2014/main" id="{77ECC74D-1F68-56D4-B6E7-9E139E43F51E}"/>
              </a:ext>
            </a:extLst>
          </p:cNvPr>
          <p:cNvSpPr>
            <a:spLocks noChangeArrowheads="1"/>
          </p:cNvSpPr>
          <p:nvPr/>
        </p:nvSpPr>
        <p:spPr bwMode="auto">
          <a:xfrm flipH="1">
            <a:off x="168018" y="2436586"/>
            <a:ext cx="8192213"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it-IT" altLang="it-IT" sz="1600" b="0" i="0" u="none" strike="noStrike" cap="none" normalizeH="0" baseline="0" dirty="0">
              <a:ln>
                <a:noFill/>
              </a:ln>
              <a:solidFill>
                <a:schemeClr val="tx1"/>
              </a:solidFill>
              <a:effectLst/>
              <a:latin typeface="Albert Sans"/>
            </a:endParaRPr>
          </a:p>
          <a:p>
            <a:pPr marR="0" lvl="0" algn="l" defTabSz="914400" rtl="0" eaLnBrk="0" fontAlgn="base" latinLnBrk="0" hangingPunct="0">
              <a:lnSpc>
                <a:spcPct val="100000"/>
              </a:lnSpc>
              <a:spcBef>
                <a:spcPct val="0"/>
              </a:spcBef>
              <a:spcAft>
                <a:spcPct val="0"/>
              </a:spcAft>
              <a:buClrTx/>
              <a:buSzTx/>
              <a:tabLst/>
            </a:pPr>
            <a:r>
              <a:rPr kumimoji="0" lang="it-IT" altLang="it-IT" sz="1600" b="1" i="0" u="none" strike="noStrike" cap="none" normalizeH="0" baseline="0" dirty="0">
                <a:ln>
                  <a:noFill/>
                </a:ln>
                <a:solidFill>
                  <a:schemeClr val="tx1"/>
                </a:solidFill>
                <a:effectLst/>
                <a:latin typeface="Albert Sans"/>
              </a:rPr>
              <a:t>Modelli:</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600" b="1" i="0" u="none" strike="noStrike" cap="none" normalizeH="0" baseline="0" dirty="0">
                <a:ln>
                  <a:noFill/>
                </a:ln>
                <a:solidFill>
                  <a:schemeClr val="tx1"/>
                </a:solidFill>
                <a:effectLst/>
                <a:latin typeface="Albert Sans"/>
              </a:rPr>
              <a:t>Regressione Logistica</a:t>
            </a:r>
            <a:r>
              <a:rPr kumimoji="0" lang="it-IT" altLang="it-IT" sz="1600" b="0" i="0" u="none" strike="noStrike" cap="none" normalizeH="0" baseline="0" dirty="0">
                <a:ln>
                  <a:noFill/>
                </a:ln>
                <a:solidFill>
                  <a:schemeClr val="tx1"/>
                </a:solidFill>
                <a:effectLst/>
                <a:latin typeface="Albert Sans"/>
              </a:rPr>
              <a:t>: uno dei più semplici classificatori lineari, che permette tramite l’addestramento di dati, di predire la variabile target</a:t>
            </a:r>
            <a:r>
              <a:rPr lang="it-IT" altLang="it-IT" sz="1600" dirty="0">
                <a:solidFill>
                  <a:schemeClr val="tx1"/>
                </a:solidFill>
                <a:latin typeface="Albert Sans"/>
              </a:rPr>
              <a:t>.</a:t>
            </a:r>
            <a:endParaRPr kumimoji="0" lang="it-IT" altLang="it-IT" sz="1600" b="0" i="0" u="none" strike="noStrike" cap="none" normalizeH="0" baseline="0" dirty="0">
              <a:ln>
                <a:noFill/>
              </a:ln>
              <a:solidFill>
                <a:schemeClr val="tx1"/>
              </a:solidFill>
              <a:effectLst/>
              <a:latin typeface="Albert Sans"/>
            </a:endParaRPr>
          </a:p>
          <a:p>
            <a:pPr marR="0" lvl="0" algn="l" defTabSz="914400" rtl="0" eaLnBrk="0" fontAlgn="base" latinLnBrk="0" hangingPunct="0">
              <a:lnSpc>
                <a:spcPct val="100000"/>
              </a:lnSpc>
              <a:spcBef>
                <a:spcPct val="0"/>
              </a:spcBef>
              <a:spcAft>
                <a:spcPct val="0"/>
              </a:spcAft>
              <a:buClrTx/>
              <a:buSzTx/>
              <a:tabLst/>
            </a:pPr>
            <a:endParaRPr kumimoji="0" lang="it-IT" altLang="it-IT" sz="1600" b="0" i="0" u="none" strike="noStrike" cap="none" normalizeH="0" baseline="0" dirty="0">
              <a:ln>
                <a:noFill/>
              </a:ln>
              <a:solidFill>
                <a:schemeClr val="tx1"/>
              </a:solidFill>
              <a:effectLst/>
              <a:latin typeface="Albert Sans"/>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600" b="1" i="0" u="none" strike="noStrike" cap="none" normalizeH="0" baseline="0" dirty="0">
                <a:ln>
                  <a:noFill/>
                </a:ln>
                <a:solidFill>
                  <a:schemeClr val="tx1"/>
                </a:solidFill>
                <a:effectLst/>
                <a:latin typeface="Albert Sans"/>
              </a:rPr>
              <a:t>Support </a:t>
            </a:r>
            <a:r>
              <a:rPr kumimoji="0" lang="it-IT" altLang="it-IT" sz="1600" b="1" i="0" u="none" strike="noStrike" cap="none" normalizeH="0" baseline="0" dirty="0" err="1">
                <a:ln>
                  <a:noFill/>
                </a:ln>
                <a:solidFill>
                  <a:schemeClr val="tx1"/>
                </a:solidFill>
                <a:effectLst/>
                <a:latin typeface="Albert Sans"/>
              </a:rPr>
              <a:t>Vector</a:t>
            </a:r>
            <a:r>
              <a:rPr kumimoji="0" lang="it-IT" altLang="it-IT" sz="1600" b="1" i="0" u="none" strike="noStrike" cap="none" normalizeH="0" baseline="0" dirty="0">
                <a:ln>
                  <a:noFill/>
                </a:ln>
                <a:solidFill>
                  <a:schemeClr val="tx1"/>
                </a:solidFill>
                <a:effectLst/>
                <a:latin typeface="Albert Sans"/>
              </a:rPr>
              <a:t> Machine </a:t>
            </a:r>
            <a:r>
              <a:rPr kumimoji="0" lang="it-IT" altLang="it-IT" sz="1600" b="0" i="0" u="none" strike="noStrike" cap="none" normalizeH="0" baseline="0" dirty="0">
                <a:ln>
                  <a:noFill/>
                </a:ln>
                <a:solidFill>
                  <a:schemeClr val="tx1"/>
                </a:solidFill>
                <a:effectLst/>
                <a:latin typeface="Albert Sans"/>
              </a:rPr>
              <a:t>(SVM): </a:t>
            </a:r>
            <a:r>
              <a:rPr lang="it-IT" sz="1600" dirty="0">
                <a:solidFill>
                  <a:schemeClr val="tx1"/>
                </a:solidFill>
                <a:latin typeface="Albert Sans"/>
              </a:rPr>
              <a:t>utilizza la curva separatrice per migliorare l’algoritmo di separazione. La forma di tale funzione detta kernel </a:t>
            </a:r>
            <a:r>
              <a:rPr lang="it-IT" sz="1600" dirty="0" err="1">
                <a:solidFill>
                  <a:schemeClr val="tx1"/>
                </a:solidFill>
                <a:latin typeface="Albert Sans"/>
              </a:rPr>
              <a:t>function</a:t>
            </a:r>
            <a:r>
              <a:rPr lang="it-IT" sz="1600" dirty="0">
                <a:solidFill>
                  <a:schemeClr val="tx1"/>
                </a:solidFill>
                <a:latin typeface="Albert Sans"/>
              </a:rPr>
              <a:t> rende linearmente separabili le caratteristiche del dataset.</a:t>
            </a:r>
            <a:endParaRPr kumimoji="0" lang="it-IT" altLang="it-IT" sz="1200" b="0" i="0" u="none" strike="noStrike" cap="none" normalizeH="0" baseline="0" dirty="0">
              <a:ln>
                <a:noFill/>
              </a:ln>
              <a:solidFill>
                <a:schemeClr val="tx1"/>
              </a:solidFill>
              <a:effectLst/>
              <a:latin typeface="Albert Sans"/>
            </a:endParaRPr>
          </a:p>
        </p:txBody>
      </p:sp>
      <p:pic>
        <p:nvPicPr>
          <p:cNvPr id="3" name="Immagine 2">
            <a:extLst>
              <a:ext uri="{FF2B5EF4-FFF2-40B4-BE49-F238E27FC236}">
                <a16:creationId xmlns:a16="http://schemas.microsoft.com/office/drawing/2014/main" id="{019281C5-4F23-55E8-EFC2-81CB9639B978}"/>
              </a:ext>
            </a:extLst>
          </p:cNvPr>
          <p:cNvPicPr>
            <a:picLocks noChangeAspect="1"/>
          </p:cNvPicPr>
          <p:nvPr/>
        </p:nvPicPr>
        <p:blipFill>
          <a:blip r:embed="rId3"/>
          <a:stretch>
            <a:fillRect/>
          </a:stretch>
        </p:blipFill>
        <p:spPr>
          <a:xfrm flipH="1">
            <a:off x="7014753" y="177456"/>
            <a:ext cx="1857523" cy="1908406"/>
          </a:xfrm>
          <a:prstGeom prst="rect">
            <a:avLst/>
          </a:prstGeom>
        </p:spPr>
      </p:pic>
      <p:sp>
        <p:nvSpPr>
          <p:cNvPr id="6" name="CasellaDiTesto 5">
            <a:extLst>
              <a:ext uri="{FF2B5EF4-FFF2-40B4-BE49-F238E27FC236}">
                <a16:creationId xmlns:a16="http://schemas.microsoft.com/office/drawing/2014/main" id="{57F27EFC-91F4-DFE9-A4AE-6E19C4F53B25}"/>
              </a:ext>
            </a:extLst>
          </p:cNvPr>
          <p:cNvSpPr txBox="1"/>
          <p:nvPr/>
        </p:nvSpPr>
        <p:spPr>
          <a:xfrm>
            <a:off x="168018" y="1349363"/>
            <a:ext cx="6743029" cy="107721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 typeface="Arial"/>
              <a:buNone/>
              <a:tabLst/>
              <a:defRPr/>
            </a:pPr>
            <a:r>
              <a:rPr kumimoji="0" lang="it-IT" altLang="it-IT" sz="1600" b="0" i="0" u="none" strike="noStrike" kern="0" cap="none" spc="0" normalizeH="0" baseline="0" noProof="0" dirty="0">
                <a:ln>
                  <a:noFill/>
                </a:ln>
                <a:solidFill>
                  <a:srgbClr val="13304E"/>
                </a:solidFill>
                <a:effectLst/>
                <a:uLnTx/>
                <a:uFillTx/>
                <a:latin typeface="Albert Sans"/>
                <a:cs typeface="Arial"/>
                <a:sym typeface="Arial"/>
              </a:rPr>
              <a:t>Vado ad addestrare e valutare modelli di classificazione per predire la percentuale di </a:t>
            </a:r>
            <a:r>
              <a:rPr kumimoji="0" lang="it-IT" altLang="it-IT" sz="1600" b="1" i="0" u="none" strike="noStrike" kern="0" cap="none" spc="0" normalizeH="0" baseline="0" noProof="0" dirty="0">
                <a:ln>
                  <a:noFill/>
                </a:ln>
                <a:solidFill>
                  <a:srgbClr val="13304E"/>
                </a:solidFill>
                <a:effectLst/>
                <a:uLnTx/>
                <a:uFillTx/>
                <a:latin typeface="Albert Sans"/>
                <a:cs typeface="Arial"/>
                <a:sym typeface="Arial"/>
              </a:rPr>
              <a:t>energia rinnovabile</a:t>
            </a:r>
            <a:r>
              <a:rPr kumimoji="0" lang="it-IT" altLang="it-IT" sz="1600" b="0" i="0" u="none" strike="noStrike" kern="0" cap="none" spc="0" normalizeH="0" baseline="0" noProof="0" dirty="0">
                <a:ln>
                  <a:noFill/>
                </a:ln>
                <a:solidFill>
                  <a:srgbClr val="13304E"/>
                </a:solidFill>
                <a:effectLst/>
                <a:uLnTx/>
                <a:uFillTx/>
                <a:latin typeface="Albert Sans"/>
                <a:cs typeface="Arial"/>
                <a:sym typeface="Arial"/>
              </a:rPr>
              <a:t> rispetto all'</a:t>
            </a:r>
            <a:r>
              <a:rPr kumimoji="0" lang="it-IT" altLang="it-IT" sz="1600" b="1" i="0" u="none" strike="noStrike" kern="0" cap="none" spc="0" normalizeH="0" baseline="0" noProof="0" dirty="0">
                <a:ln>
                  <a:noFill/>
                </a:ln>
                <a:solidFill>
                  <a:srgbClr val="13304E"/>
                </a:solidFill>
                <a:effectLst/>
                <a:uLnTx/>
                <a:uFillTx/>
                <a:latin typeface="Albert Sans"/>
                <a:cs typeface="Arial"/>
                <a:sym typeface="Arial"/>
              </a:rPr>
              <a:t>energia</a:t>
            </a:r>
            <a:r>
              <a:rPr kumimoji="0" lang="it-IT" altLang="it-IT" sz="1600" b="0" i="0" u="none" strike="noStrike" kern="0" cap="none" spc="0" normalizeH="0" baseline="0" noProof="0" dirty="0">
                <a:ln>
                  <a:noFill/>
                </a:ln>
                <a:solidFill>
                  <a:srgbClr val="13304E"/>
                </a:solidFill>
                <a:effectLst/>
                <a:uLnTx/>
                <a:uFillTx/>
                <a:latin typeface="Albert Sans"/>
                <a:cs typeface="Arial"/>
                <a:sym typeface="Arial"/>
              </a:rPr>
              <a:t> </a:t>
            </a:r>
            <a:r>
              <a:rPr kumimoji="0" lang="it-IT" altLang="it-IT" sz="1600" b="1" i="0" u="none" strike="noStrike" kern="0" cap="none" spc="0" normalizeH="0" baseline="0" noProof="0" dirty="0">
                <a:ln>
                  <a:noFill/>
                </a:ln>
                <a:solidFill>
                  <a:srgbClr val="13304E"/>
                </a:solidFill>
                <a:effectLst/>
                <a:uLnTx/>
                <a:uFillTx/>
                <a:latin typeface="Albert Sans"/>
                <a:cs typeface="Arial"/>
                <a:sym typeface="Arial"/>
              </a:rPr>
              <a:t>primaria</a:t>
            </a:r>
            <a:r>
              <a:rPr kumimoji="0" lang="it-IT" altLang="it-IT" sz="1600" b="0" i="0" u="none" strike="noStrike" kern="0" cap="none" spc="0" normalizeH="0" baseline="0" noProof="0" dirty="0">
                <a:ln>
                  <a:noFill/>
                </a:ln>
                <a:solidFill>
                  <a:srgbClr val="13304E"/>
                </a:solidFill>
                <a:effectLst/>
                <a:uLnTx/>
                <a:uFillTx/>
                <a:latin typeface="Albert Sans"/>
                <a:cs typeface="Arial"/>
                <a:sym typeface="Arial"/>
              </a:rPr>
              <a:t> a partire dalla percentuale di </a:t>
            </a:r>
            <a:r>
              <a:rPr kumimoji="0" lang="it-IT" altLang="it-IT" sz="1600" b="1" i="0" u="none" strike="noStrike" kern="0" cap="none" spc="0" normalizeH="0" baseline="0" noProof="0" dirty="0">
                <a:ln>
                  <a:noFill/>
                </a:ln>
                <a:solidFill>
                  <a:srgbClr val="13304E"/>
                </a:solidFill>
                <a:effectLst/>
                <a:uLnTx/>
                <a:uFillTx/>
                <a:latin typeface="Albert Sans"/>
                <a:cs typeface="Arial"/>
                <a:sym typeface="Arial"/>
              </a:rPr>
              <a:t>elettricità a basse emissioni di carbonio </a:t>
            </a:r>
            <a:r>
              <a:rPr kumimoji="0" lang="it-IT" altLang="it-IT" sz="1600" b="0" i="0" u="none" strike="noStrike" kern="0" cap="none" spc="0" normalizeH="0" baseline="0" noProof="0" dirty="0">
                <a:ln>
                  <a:noFill/>
                </a:ln>
                <a:solidFill>
                  <a:srgbClr val="13304E"/>
                </a:solidFill>
                <a:effectLst/>
                <a:uLnTx/>
                <a:uFillTx/>
                <a:latin typeface="Albert Sans"/>
                <a:cs typeface="Arial"/>
                <a:sym typeface="Arial"/>
              </a:rPr>
              <a:t>e dalla percentuale di </a:t>
            </a:r>
            <a:r>
              <a:rPr kumimoji="0" lang="it-IT" altLang="it-IT" sz="1600" b="1" i="0" u="none" strike="noStrike" kern="0" cap="none" spc="0" normalizeH="0" baseline="0" noProof="0" dirty="0">
                <a:ln>
                  <a:noFill/>
                </a:ln>
                <a:solidFill>
                  <a:srgbClr val="13304E"/>
                </a:solidFill>
                <a:effectLst/>
                <a:uLnTx/>
                <a:uFillTx/>
                <a:latin typeface="Albert Sans"/>
                <a:cs typeface="Arial"/>
                <a:sym typeface="Arial"/>
              </a:rPr>
              <a:t>energia rinnovabile equivalente primaria</a:t>
            </a:r>
            <a:r>
              <a:rPr kumimoji="0" lang="it-IT" altLang="it-IT" sz="1600" b="0" i="0" u="none" strike="noStrike" kern="0" cap="none" spc="0" normalizeH="0" baseline="0" noProof="0" dirty="0">
                <a:ln>
                  <a:noFill/>
                </a:ln>
                <a:solidFill>
                  <a:srgbClr val="13304E"/>
                </a:solidFill>
                <a:effectLst/>
                <a:uLnTx/>
                <a:uFillTx/>
                <a:latin typeface="Albert Sans"/>
                <a:cs typeface="Arial"/>
                <a:sym typeface="Arial"/>
              </a:rPr>
              <a:t>.</a:t>
            </a:r>
          </a:p>
        </p:txBody>
      </p:sp>
    </p:spTree>
    <p:extLst>
      <p:ext uri="{BB962C8B-B14F-4D97-AF65-F5344CB8AC3E}">
        <p14:creationId xmlns:p14="http://schemas.microsoft.com/office/powerpoint/2010/main" val="33073556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a:extLst>
              <a:ext uri="{FF2B5EF4-FFF2-40B4-BE49-F238E27FC236}">
                <a16:creationId xmlns:a16="http://schemas.microsoft.com/office/drawing/2014/main" id="{B5E706E9-2A0C-7F02-BDFC-7456827DFAEC}"/>
              </a:ext>
            </a:extLst>
          </p:cNvPr>
          <p:cNvSpPr>
            <a:spLocks noGrp="1"/>
          </p:cNvSpPr>
          <p:nvPr>
            <p:ph type="title"/>
          </p:nvPr>
        </p:nvSpPr>
        <p:spPr>
          <a:xfrm>
            <a:off x="3080457" y="10934"/>
            <a:ext cx="7704000" cy="572700"/>
          </a:xfrm>
        </p:spPr>
        <p:txBody>
          <a:bodyPr/>
          <a:lstStyle/>
          <a:p>
            <a:r>
              <a:rPr lang="it-IT" dirty="0"/>
              <a:t>Classificazione</a:t>
            </a:r>
          </a:p>
        </p:txBody>
      </p:sp>
      <p:pic>
        <p:nvPicPr>
          <p:cNvPr id="7" name="Immagine 6">
            <a:extLst>
              <a:ext uri="{FF2B5EF4-FFF2-40B4-BE49-F238E27FC236}">
                <a16:creationId xmlns:a16="http://schemas.microsoft.com/office/drawing/2014/main" id="{CEA5BA0B-762C-32F1-798A-D8E6D3AACA5C}"/>
              </a:ext>
            </a:extLst>
          </p:cNvPr>
          <p:cNvPicPr>
            <a:picLocks noChangeAspect="1"/>
          </p:cNvPicPr>
          <p:nvPr/>
        </p:nvPicPr>
        <p:blipFill>
          <a:blip r:embed="rId2"/>
          <a:stretch>
            <a:fillRect/>
          </a:stretch>
        </p:blipFill>
        <p:spPr>
          <a:xfrm>
            <a:off x="4572000" y="672754"/>
            <a:ext cx="3760180" cy="2401304"/>
          </a:xfrm>
          <a:prstGeom prst="rect">
            <a:avLst/>
          </a:prstGeom>
        </p:spPr>
      </p:pic>
      <p:pic>
        <p:nvPicPr>
          <p:cNvPr id="9" name="Immagine 8">
            <a:extLst>
              <a:ext uri="{FF2B5EF4-FFF2-40B4-BE49-F238E27FC236}">
                <a16:creationId xmlns:a16="http://schemas.microsoft.com/office/drawing/2014/main" id="{593F2E19-D06E-4C98-7BD2-1FE84DDDB9AF}"/>
              </a:ext>
            </a:extLst>
          </p:cNvPr>
          <p:cNvPicPr>
            <a:picLocks noChangeAspect="1"/>
          </p:cNvPicPr>
          <p:nvPr/>
        </p:nvPicPr>
        <p:blipFill>
          <a:blip r:embed="rId3"/>
          <a:stretch>
            <a:fillRect/>
          </a:stretch>
        </p:blipFill>
        <p:spPr>
          <a:xfrm>
            <a:off x="470367" y="686402"/>
            <a:ext cx="3760180" cy="2401304"/>
          </a:xfrm>
          <a:prstGeom prst="rect">
            <a:avLst/>
          </a:prstGeom>
        </p:spPr>
      </p:pic>
      <p:sp>
        <p:nvSpPr>
          <p:cNvPr id="3" name="CasellaDiTesto 2">
            <a:extLst>
              <a:ext uri="{FF2B5EF4-FFF2-40B4-BE49-F238E27FC236}">
                <a16:creationId xmlns:a16="http://schemas.microsoft.com/office/drawing/2014/main" id="{E317FA69-169E-A07D-B8BF-9173F0CABB8C}"/>
              </a:ext>
            </a:extLst>
          </p:cNvPr>
          <p:cNvSpPr txBox="1"/>
          <p:nvPr/>
        </p:nvSpPr>
        <p:spPr>
          <a:xfrm>
            <a:off x="-153366" y="3293242"/>
            <a:ext cx="10188615" cy="1205458"/>
          </a:xfrm>
          <a:prstGeom prst="rect">
            <a:avLst/>
          </a:prstGeom>
          <a:noFill/>
        </p:spPr>
        <p:txBody>
          <a:bodyPr wrap="square">
            <a:spAutoFit/>
          </a:bodyPr>
          <a:lstStyle/>
          <a:p>
            <a:pPr marL="457200" marR="0" lvl="0" indent="-317500" algn="l" defTabSz="914400" rtl="0" eaLnBrk="1" fontAlgn="auto" latinLnBrk="0" hangingPunct="1">
              <a:lnSpc>
                <a:spcPct val="115000"/>
              </a:lnSpc>
              <a:spcBef>
                <a:spcPts val="0"/>
              </a:spcBef>
              <a:spcAft>
                <a:spcPts val="0"/>
              </a:spcAft>
              <a:buClr>
                <a:srgbClr val="13304E"/>
              </a:buClr>
              <a:buSzPts val="1600"/>
              <a:buFont typeface="Arial" panose="020B0604020202020204" pitchFamily="34" charset="0"/>
              <a:buChar char="•"/>
              <a:tabLst/>
              <a:defRPr/>
            </a:pPr>
            <a:r>
              <a:rPr kumimoji="0" lang="it-IT" sz="1600" b="0" i="0" u="none" strike="noStrike" kern="0" cap="none" spc="0" normalizeH="0" baseline="0" noProof="0" dirty="0">
                <a:ln>
                  <a:noFill/>
                </a:ln>
                <a:solidFill>
                  <a:srgbClr val="13304E"/>
                </a:solidFill>
                <a:effectLst/>
                <a:uLnTx/>
                <a:uFillTx/>
                <a:latin typeface="Albert Sans"/>
                <a:sym typeface="Albert Sans"/>
              </a:rPr>
              <a:t>X è rappresentato "Low-carbon </a:t>
            </a:r>
            <a:r>
              <a:rPr kumimoji="0" lang="it-IT" sz="1600" b="0" i="0" u="none" strike="noStrike" kern="0" cap="none" spc="0" normalizeH="0" baseline="0" noProof="0" dirty="0" err="1">
                <a:ln>
                  <a:noFill/>
                </a:ln>
                <a:solidFill>
                  <a:srgbClr val="13304E"/>
                </a:solidFill>
                <a:effectLst/>
                <a:uLnTx/>
                <a:uFillTx/>
                <a:latin typeface="Albert Sans"/>
                <a:sym typeface="Albert Sans"/>
              </a:rPr>
              <a:t>electricity</a:t>
            </a:r>
            <a:r>
              <a:rPr kumimoji="0" lang="it-IT" sz="1600" b="0" i="0" u="none" strike="noStrike" kern="0" cap="none" spc="0" normalizeH="0" baseline="0" noProof="0" dirty="0">
                <a:ln>
                  <a:noFill/>
                </a:ln>
                <a:solidFill>
                  <a:srgbClr val="13304E"/>
                </a:solidFill>
                <a:effectLst/>
                <a:uLnTx/>
                <a:uFillTx/>
                <a:latin typeface="Albert Sans"/>
                <a:sym typeface="Albert Sans"/>
              </a:rPr>
              <a:t> (% </a:t>
            </a:r>
            <a:r>
              <a:rPr kumimoji="0" lang="it-IT" sz="1600" b="0" i="0" u="none" strike="noStrike" kern="0" cap="none" spc="0" normalizeH="0" baseline="0" noProof="0" dirty="0" err="1">
                <a:ln>
                  <a:noFill/>
                </a:ln>
                <a:solidFill>
                  <a:srgbClr val="13304E"/>
                </a:solidFill>
                <a:effectLst/>
                <a:uLnTx/>
                <a:uFillTx/>
                <a:latin typeface="Albert Sans"/>
                <a:sym typeface="Albert Sans"/>
              </a:rPr>
              <a:t>electricity</a:t>
            </a:r>
            <a:r>
              <a:rPr kumimoji="0" lang="it-IT" sz="1600" b="0" i="0" u="none" strike="noStrike" kern="0" cap="none" spc="0" normalizeH="0" baseline="0" noProof="0" dirty="0">
                <a:ln>
                  <a:noFill/>
                </a:ln>
                <a:solidFill>
                  <a:srgbClr val="13304E"/>
                </a:solidFill>
                <a:effectLst/>
                <a:uLnTx/>
                <a:uFillTx/>
                <a:latin typeface="Albert Sans"/>
                <a:sym typeface="Albert Sans"/>
              </a:rPr>
              <a:t>)", </a:t>
            </a:r>
          </a:p>
          <a:p>
            <a:pPr marL="457200" marR="0" lvl="0" indent="-317500" algn="l" defTabSz="914400" rtl="0" eaLnBrk="1" fontAlgn="auto" latinLnBrk="0" hangingPunct="1">
              <a:lnSpc>
                <a:spcPct val="115000"/>
              </a:lnSpc>
              <a:spcBef>
                <a:spcPts val="0"/>
              </a:spcBef>
              <a:spcAft>
                <a:spcPts val="0"/>
              </a:spcAft>
              <a:buClr>
                <a:srgbClr val="13304E"/>
              </a:buClr>
              <a:buSzPts val="1600"/>
              <a:buFont typeface="Arial" panose="020B0604020202020204" pitchFamily="34" charset="0"/>
              <a:buChar char="•"/>
              <a:tabLst/>
              <a:defRPr/>
            </a:pPr>
            <a:r>
              <a:rPr kumimoji="0" lang="it-IT" sz="1600" b="0" i="0" u="none" strike="noStrike" kern="0" cap="none" spc="0" normalizeH="0" baseline="0" noProof="0" dirty="0">
                <a:ln>
                  <a:noFill/>
                </a:ln>
                <a:solidFill>
                  <a:srgbClr val="13304E"/>
                </a:solidFill>
                <a:effectLst/>
                <a:uLnTx/>
                <a:uFillTx/>
                <a:latin typeface="Albert Sans"/>
                <a:sym typeface="Albert Sans"/>
              </a:rPr>
              <a:t>Y "</a:t>
            </a:r>
            <a:r>
              <a:rPr kumimoji="0" lang="it-IT" sz="1600" b="0" i="0" u="none" strike="noStrike" kern="0" cap="none" spc="0" normalizeH="0" baseline="0" noProof="0" dirty="0" err="1">
                <a:ln>
                  <a:noFill/>
                </a:ln>
                <a:solidFill>
                  <a:srgbClr val="13304E"/>
                </a:solidFill>
                <a:effectLst/>
                <a:uLnTx/>
                <a:uFillTx/>
                <a:latin typeface="Albert Sans"/>
                <a:sym typeface="Albert Sans"/>
              </a:rPr>
              <a:t>Renewables</a:t>
            </a:r>
            <a:r>
              <a:rPr kumimoji="0" lang="it-IT" sz="1600" b="0" i="0" u="none" strike="noStrike" kern="0" cap="none" spc="0" normalizeH="0" baseline="0" noProof="0" dirty="0">
                <a:ln>
                  <a:noFill/>
                </a:ln>
                <a:solidFill>
                  <a:srgbClr val="13304E"/>
                </a:solidFill>
                <a:effectLst/>
                <a:uLnTx/>
                <a:uFillTx/>
                <a:latin typeface="Albert Sans"/>
                <a:sym typeface="Albert Sans"/>
              </a:rPr>
              <a:t> (% </a:t>
            </a:r>
            <a:r>
              <a:rPr kumimoji="0" lang="it-IT" sz="1600" b="0" i="0" u="none" strike="noStrike" kern="0" cap="none" spc="0" normalizeH="0" baseline="0" noProof="0" dirty="0" err="1">
                <a:ln>
                  <a:noFill/>
                </a:ln>
                <a:solidFill>
                  <a:srgbClr val="13304E"/>
                </a:solidFill>
                <a:effectLst/>
                <a:uLnTx/>
                <a:uFillTx/>
                <a:latin typeface="Albert Sans"/>
                <a:sym typeface="Albert Sans"/>
              </a:rPr>
              <a:t>equivalent</a:t>
            </a:r>
            <a:r>
              <a:rPr kumimoji="0" lang="it-IT" sz="1600" b="0" i="0" u="none" strike="noStrike" kern="0" cap="none" spc="0" normalizeH="0" baseline="0" noProof="0" dirty="0">
                <a:ln>
                  <a:noFill/>
                </a:ln>
                <a:solidFill>
                  <a:srgbClr val="13304E"/>
                </a:solidFill>
                <a:effectLst/>
                <a:uLnTx/>
                <a:uFillTx/>
                <a:latin typeface="Albert Sans"/>
                <a:sym typeface="Albert Sans"/>
              </a:rPr>
              <a:t> </a:t>
            </a:r>
            <a:r>
              <a:rPr kumimoji="0" lang="it-IT" sz="1600" b="0" i="0" u="none" strike="noStrike" kern="0" cap="none" spc="0" normalizeH="0" baseline="0" noProof="0" dirty="0" err="1">
                <a:ln>
                  <a:noFill/>
                </a:ln>
                <a:solidFill>
                  <a:srgbClr val="13304E"/>
                </a:solidFill>
                <a:effectLst/>
                <a:uLnTx/>
                <a:uFillTx/>
                <a:latin typeface="Albert Sans"/>
                <a:sym typeface="Albert Sans"/>
              </a:rPr>
              <a:t>primary</a:t>
            </a:r>
            <a:r>
              <a:rPr kumimoji="0" lang="it-IT" sz="1600" b="0" i="0" u="none" strike="noStrike" kern="0" cap="none" spc="0" normalizeH="0" baseline="0" noProof="0" dirty="0">
                <a:ln>
                  <a:noFill/>
                </a:ln>
                <a:solidFill>
                  <a:srgbClr val="13304E"/>
                </a:solidFill>
                <a:effectLst/>
                <a:uLnTx/>
                <a:uFillTx/>
                <a:latin typeface="Albert Sans"/>
                <a:sym typeface="Albert Sans"/>
              </a:rPr>
              <a:t> energy)".</a:t>
            </a:r>
          </a:p>
          <a:p>
            <a:pPr marL="457200" marR="0" lvl="0" indent="-317500" algn="l" defTabSz="914400" rtl="0" eaLnBrk="1" fontAlgn="auto" latinLnBrk="0" hangingPunct="1">
              <a:lnSpc>
                <a:spcPct val="115000"/>
              </a:lnSpc>
              <a:spcBef>
                <a:spcPts val="0"/>
              </a:spcBef>
              <a:spcAft>
                <a:spcPts val="0"/>
              </a:spcAft>
              <a:buClr>
                <a:srgbClr val="13304E"/>
              </a:buClr>
              <a:buSzPts val="1600"/>
              <a:buFont typeface="Arial" panose="020B0604020202020204" pitchFamily="34" charset="0"/>
              <a:buChar char="•"/>
              <a:tabLst/>
              <a:defRPr/>
            </a:pPr>
            <a:r>
              <a:rPr kumimoji="0" lang="it-IT" sz="1600" b="0" i="0" u="none" strike="noStrike" kern="0" cap="none" spc="0" normalizeH="0" baseline="0" noProof="0" dirty="0">
                <a:ln>
                  <a:noFill/>
                </a:ln>
                <a:solidFill>
                  <a:srgbClr val="13304E"/>
                </a:solidFill>
                <a:effectLst/>
                <a:uLnTx/>
                <a:uFillTx/>
                <a:latin typeface="Albert Sans"/>
                <a:sym typeface="Albert Sans"/>
              </a:rPr>
              <a:t>(target=1)  I punti </a:t>
            </a:r>
            <a:r>
              <a:rPr kumimoji="0" lang="it-IT" sz="1600" b="0" i="0" u="none" strike="noStrike" kern="0" cap="none" spc="0" normalizeH="0" baseline="0" noProof="0" dirty="0">
                <a:ln>
                  <a:noFill/>
                </a:ln>
                <a:solidFill>
                  <a:srgbClr val="F9B62E">
                    <a:lumMod val="75000"/>
                  </a:srgbClr>
                </a:solidFill>
                <a:effectLst/>
                <a:uLnTx/>
                <a:uFillTx/>
                <a:latin typeface="Albert Sans"/>
                <a:sym typeface="Albert Sans"/>
              </a:rPr>
              <a:t>arancioni</a:t>
            </a:r>
            <a:r>
              <a:rPr kumimoji="0" lang="it-IT" sz="1600" b="0" i="0" u="none" strike="noStrike" kern="0" cap="none" spc="0" normalizeH="0" baseline="0" noProof="0" dirty="0">
                <a:ln>
                  <a:noFill/>
                </a:ln>
                <a:solidFill>
                  <a:srgbClr val="13304E"/>
                </a:solidFill>
                <a:effectLst/>
                <a:uLnTx/>
                <a:uFillTx/>
                <a:latin typeface="Albert Sans"/>
                <a:sym typeface="Albert Sans"/>
              </a:rPr>
              <a:t> indicano una % di energia rinnovabile superiore alla media </a:t>
            </a:r>
          </a:p>
          <a:p>
            <a:pPr marL="457200" marR="0" lvl="0" indent="-317500" algn="l" defTabSz="914400" rtl="0" eaLnBrk="1" fontAlgn="auto" latinLnBrk="0" hangingPunct="1">
              <a:lnSpc>
                <a:spcPct val="115000"/>
              </a:lnSpc>
              <a:spcBef>
                <a:spcPts val="0"/>
              </a:spcBef>
              <a:spcAft>
                <a:spcPts val="0"/>
              </a:spcAft>
              <a:buClr>
                <a:srgbClr val="13304E"/>
              </a:buClr>
              <a:buSzPts val="1600"/>
              <a:buFont typeface="Arial" panose="020B0604020202020204" pitchFamily="34" charset="0"/>
              <a:buChar char="•"/>
              <a:tabLst/>
              <a:defRPr/>
            </a:pPr>
            <a:r>
              <a:rPr kumimoji="0" lang="it-IT" sz="1600" b="0" i="0" u="none" strike="noStrike" kern="0" cap="none" spc="0" normalizeH="0" baseline="0" noProof="0" dirty="0">
                <a:ln>
                  <a:noFill/>
                </a:ln>
                <a:solidFill>
                  <a:srgbClr val="13304E"/>
                </a:solidFill>
                <a:effectLst/>
                <a:uLnTx/>
                <a:uFillTx/>
                <a:latin typeface="Albert Sans"/>
                <a:sym typeface="Albert Sans"/>
              </a:rPr>
              <a:t>(target=0)  i punti </a:t>
            </a:r>
            <a:r>
              <a:rPr kumimoji="0" lang="it-IT" sz="1600" b="0" i="0" u="none" strike="noStrike" kern="0" cap="none" spc="0" normalizeH="0" baseline="0" noProof="0" dirty="0">
                <a:ln>
                  <a:noFill/>
                </a:ln>
                <a:solidFill>
                  <a:srgbClr val="13304E">
                    <a:lumMod val="50000"/>
                    <a:lumOff val="50000"/>
                  </a:srgbClr>
                </a:solidFill>
                <a:effectLst/>
                <a:uLnTx/>
                <a:uFillTx/>
                <a:latin typeface="Albert Sans"/>
                <a:sym typeface="Albert Sans"/>
              </a:rPr>
              <a:t>blu</a:t>
            </a:r>
            <a:r>
              <a:rPr kumimoji="0" lang="it-IT" sz="1600" b="0" i="0" u="none" strike="noStrike" kern="0" cap="none" spc="0" normalizeH="0" baseline="0" noProof="0" dirty="0">
                <a:ln>
                  <a:noFill/>
                </a:ln>
                <a:solidFill>
                  <a:srgbClr val="13304E"/>
                </a:solidFill>
                <a:effectLst/>
                <a:uLnTx/>
                <a:uFillTx/>
                <a:latin typeface="Albert Sans"/>
                <a:sym typeface="Albert Sans"/>
              </a:rPr>
              <a:t> indicano una % di energia rinnovabile inferiore alla media </a:t>
            </a:r>
          </a:p>
        </p:txBody>
      </p:sp>
    </p:spTree>
    <p:extLst>
      <p:ext uri="{BB962C8B-B14F-4D97-AF65-F5344CB8AC3E}">
        <p14:creationId xmlns:p14="http://schemas.microsoft.com/office/powerpoint/2010/main" val="25301553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a:extLst>
              <a:ext uri="{FF2B5EF4-FFF2-40B4-BE49-F238E27FC236}">
                <a16:creationId xmlns:a16="http://schemas.microsoft.com/office/drawing/2014/main" id="{B34F1034-6B9A-2B68-C88D-8BC969E2CAC2}"/>
              </a:ext>
            </a:extLst>
          </p:cNvPr>
          <p:cNvSpPr>
            <a:spLocks noGrp="1"/>
          </p:cNvSpPr>
          <p:nvPr>
            <p:ph type="title"/>
          </p:nvPr>
        </p:nvSpPr>
        <p:spPr>
          <a:xfrm>
            <a:off x="1240973" y="151174"/>
            <a:ext cx="7710900" cy="572700"/>
          </a:xfrm>
        </p:spPr>
        <p:txBody>
          <a:bodyPr/>
          <a:lstStyle/>
          <a:p>
            <a:r>
              <a:rPr lang="it-IT" dirty="0"/>
              <a:t>Analisi dei Risultati dei Modelli</a:t>
            </a:r>
          </a:p>
        </p:txBody>
      </p:sp>
      <p:sp>
        <p:nvSpPr>
          <p:cNvPr id="6" name="Rectangle 3">
            <a:extLst>
              <a:ext uri="{FF2B5EF4-FFF2-40B4-BE49-F238E27FC236}">
                <a16:creationId xmlns:a16="http://schemas.microsoft.com/office/drawing/2014/main" id="{41D6F1C8-5956-F55B-E91A-95CCC1847C67}"/>
              </a:ext>
            </a:extLst>
          </p:cNvPr>
          <p:cNvSpPr>
            <a:spLocks noGrp="1" noChangeArrowheads="1"/>
          </p:cNvSpPr>
          <p:nvPr>
            <p:ph type="subTitle" idx="1"/>
          </p:nvPr>
        </p:nvSpPr>
        <p:spPr bwMode="auto">
          <a:xfrm>
            <a:off x="191596" y="921372"/>
            <a:ext cx="8840891" cy="3570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b="1" i="0" u="none" strike="noStrike" cap="none" normalizeH="0" baseline="0" dirty="0">
                <a:ln>
                  <a:noFill/>
                </a:ln>
                <a:solidFill>
                  <a:schemeClr val="tx1"/>
                </a:solidFill>
                <a:effectLst/>
                <a:latin typeface="Albert Sans" panose="020B0604020202020204" charset="0"/>
              </a:rPr>
              <a:t>Visualizzazione del Confine del Modello:</a:t>
            </a:r>
            <a:endParaRPr kumimoji="0" lang="it-IT" altLang="it-IT" b="0" i="0" u="none" strike="noStrike" cap="none" normalizeH="0" baseline="0" dirty="0">
              <a:ln>
                <a:noFill/>
              </a:ln>
              <a:solidFill>
                <a:schemeClr val="tx1"/>
              </a:solidFill>
              <a:effectLst/>
              <a:latin typeface="Albert Sans" panose="020B060402020202020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b="0" i="0" u="none" strike="noStrike" cap="none" normalizeH="0" baseline="0" dirty="0">
                <a:ln>
                  <a:noFill/>
                </a:ln>
                <a:solidFill>
                  <a:schemeClr val="tx1"/>
                </a:solidFill>
                <a:effectLst/>
                <a:latin typeface="Albert Sans" panose="020B0604020202020204" charset="0"/>
              </a:rPr>
              <a:t>Possiamo idealmente visualizzare anche una linea che divide i due colori, rappresentando il confine del modello. Questo ci aiuta a capire meglio come il modello separa le due classi.</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it-IT" altLang="it-IT" b="0" i="0" u="none" strike="noStrike" cap="none" normalizeH="0" baseline="0" dirty="0">
              <a:ln>
                <a:noFill/>
              </a:ln>
              <a:solidFill>
                <a:schemeClr val="tx1"/>
              </a:solidFill>
              <a:effectLst/>
              <a:latin typeface="Albert Sans" panose="020B060402020202020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b="1" i="0" u="none" strike="noStrike" cap="none" normalizeH="0" baseline="0" dirty="0">
                <a:ln>
                  <a:noFill/>
                </a:ln>
                <a:solidFill>
                  <a:schemeClr val="tx1"/>
                </a:solidFill>
                <a:effectLst/>
                <a:latin typeface="Albert Sans" panose="020B0604020202020204" charset="0"/>
              </a:rPr>
              <a:t>Distinzione delle Classi:</a:t>
            </a:r>
            <a:endParaRPr kumimoji="0" lang="it-IT" altLang="it-IT" b="0" i="0" u="none" strike="noStrike" cap="none" normalizeH="0" baseline="0" dirty="0">
              <a:ln>
                <a:noFill/>
              </a:ln>
              <a:solidFill>
                <a:schemeClr val="tx1"/>
              </a:solidFill>
              <a:effectLst/>
              <a:latin typeface="Albert Sans" panose="020B060402020202020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b="0" i="0" u="none" strike="noStrike" cap="none" normalizeH="0" baseline="0" dirty="0">
                <a:ln>
                  <a:noFill/>
                </a:ln>
                <a:solidFill>
                  <a:schemeClr val="tx1"/>
                </a:solidFill>
                <a:effectLst/>
                <a:latin typeface="Albert Sans" panose="020B0604020202020204" charset="0"/>
              </a:rPr>
              <a:t>Notiamo anche che c’è una distinzione tra le due colorazioni, ciò significa che il modello è stato sufficientemente efficace nel distinguere le due classi.</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it-IT" altLang="it-IT" b="0" i="0" u="none" strike="noStrike" cap="none" normalizeH="0" baseline="0" dirty="0">
              <a:ln>
                <a:noFill/>
              </a:ln>
              <a:solidFill>
                <a:schemeClr val="tx1"/>
              </a:solidFill>
              <a:effectLst/>
              <a:latin typeface="Albert Sans" panose="020B060402020202020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b="1" i="0" u="none" strike="noStrike" cap="none" normalizeH="0" baseline="0" dirty="0">
                <a:ln>
                  <a:noFill/>
                </a:ln>
                <a:solidFill>
                  <a:schemeClr val="tx1"/>
                </a:solidFill>
                <a:effectLst/>
                <a:latin typeface="Albert Sans" panose="020B0604020202020204" charset="0"/>
              </a:rPr>
              <a:t>Relazione tra Variabili:</a:t>
            </a:r>
            <a:endParaRPr kumimoji="0" lang="it-IT" altLang="it-IT" b="0" i="0" u="none" strike="noStrike" cap="none" normalizeH="0" baseline="0" dirty="0">
              <a:ln>
                <a:noFill/>
              </a:ln>
              <a:solidFill>
                <a:schemeClr val="tx1"/>
              </a:solidFill>
              <a:effectLst/>
              <a:latin typeface="Albert Sans" panose="020B060402020202020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b="0" i="0" u="none" strike="noStrike" cap="none" normalizeH="0" baseline="0" dirty="0">
                <a:ln>
                  <a:noFill/>
                </a:ln>
                <a:solidFill>
                  <a:schemeClr val="tx1"/>
                </a:solidFill>
                <a:effectLst/>
                <a:latin typeface="Albert Sans" panose="020B0604020202020204" charset="0"/>
              </a:rPr>
              <a:t>Alti livelli di elettricità a basse emissioni di carbonio e alti livelli di energia rinnovabile portano a una percentuale di energia rinnovabile maggiore (</a:t>
            </a:r>
            <a:r>
              <a:rPr kumimoji="0" lang="it-IT" altLang="it-IT" b="0" i="0" u="none" strike="noStrike" cap="none" normalizeH="0" baseline="0" dirty="0">
                <a:ln>
                  <a:noFill/>
                </a:ln>
                <a:solidFill>
                  <a:schemeClr val="accent4">
                    <a:lumMod val="75000"/>
                  </a:schemeClr>
                </a:solidFill>
                <a:effectLst/>
                <a:latin typeface="Albert Sans" panose="020B0604020202020204" charset="0"/>
              </a:rPr>
              <a:t>target=1</a:t>
            </a:r>
            <a:r>
              <a:rPr kumimoji="0" lang="it-IT" altLang="it-IT" b="0" i="0" u="none" strike="noStrike" cap="none" normalizeH="0" baseline="0" dirty="0">
                <a:ln>
                  <a:noFill/>
                </a:ln>
                <a:solidFill>
                  <a:schemeClr val="tx1"/>
                </a:solidFill>
                <a:effectLst/>
                <a:latin typeface="Albert Sans" panose="020B0604020202020204" charset="0"/>
              </a:rPr>
              <a:t>), confermando </a:t>
            </a:r>
            <a:r>
              <a:rPr kumimoji="0" lang="it-IT" altLang="it-IT" b="1" i="0" u="none" strike="noStrike" cap="none" normalizeH="0" baseline="0" dirty="0">
                <a:ln>
                  <a:noFill/>
                </a:ln>
                <a:solidFill>
                  <a:schemeClr val="tx1"/>
                </a:solidFill>
                <a:effectLst/>
                <a:latin typeface="Albert Sans" panose="020B0604020202020204" charset="0"/>
              </a:rPr>
              <a:t>l'efficacia</a:t>
            </a:r>
            <a:r>
              <a:rPr kumimoji="0" lang="it-IT" altLang="it-IT" b="0" i="0" u="none" strike="noStrike" cap="none" normalizeH="0" baseline="0" dirty="0">
                <a:ln>
                  <a:noFill/>
                </a:ln>
                <a:solidFill>
                  <a:schemeClr val="tx1"/>
                </a:solidFill>
                <a:effectLst/>
                <a:latin typeface="Albert Sans" panose="020B0604020202020204" charset="0"/>
              </a:rPr>
              <a:t> del modello nel catturare questa relazione.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pic>
        <p:nvPicPr>
          <p:cNvPr id="9" name="Immagine 8">
            <a:extLst>
              <a:ext uri="{FF2B5EF4-FFF2-40B4-BE49-F238E27FC236}">
                <a16:creationId xmlns:a16="http://schemas.microsoft.com/office/drawing/2014/main" id="{C5FEE710-D9C8-B4AB-2FB5-6180B6DCB06C}"/>
              </a:ext>
            </a:extLst>
          </p:cNvPr>
          <p:cNvPicPr>
            <a:picLocks noChangeAspect="1"/>
          </p:cNvPicPr>
          <p:nvPr/>
        </p:nvPicPr>
        <p:blipFill>
          <a:blip r:embed="rId2"/>
          <a:stretch>
            <a:fillRect/>
          </a:stretch>
        </p:blipFill>
        <p:spPr>
          <a:xfrm>
            <a:off x="7508488" y="-8117"/>
            <a:ext cx="1241501" cy="1241501"/>
          </a:xfrm>
          <a:prstGeom prst="rect">
            <a:avLst/>
          </a:prstGeom>
        </p:spPr>
      </p:pic>
    </p:spTree>
    <p:extLst>
      <p:ext uri="{BB962C8B-B14F-4D97-AF65-F5344CB8AC3E}">
        <p14:creationId xmlns:p14="http://schemas.microsoft.com/office/powerpoint/2010/main" val="33266960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olo 13">
            <a:extLst>
              <a:ext uri="{FF2B5EF4-FFF2-40B4-BE49-F238E27FC236}">
                <a16:creationId xmlns:a16="http://schemas.microsoft.com/office/drawing/2014/main" id="{7D9EB8C5-963D-93AB-910B-1B7E23E9C4CC}"/>
              </a:ext>
            </a:extLst>
          </p:cNvPr>
          <p:cNvSpPr>
            <a:spLocks noGrp="1"/>
          </p:cNvSpPr>
          <p:nvPr>
            <p:ph type="title"/>
          </p:nvPr>
        </p:nvSpPr>
        <p:spPr>
          <a:xfrm>
            <a:off x="2835662" y="-17017"/>
            <a:ext cx="7704000" cy="572700"/>
          </a:xfrm>
        </p:spPr>
        <p:txBody>
          <a:bodyPr/>
          <a:lstStyle/>
          <a:p>
            <a:r>
              <a:rPr lang="it-IT" dirty="0"/>
              <a:t>Matrici di Confusione</a:t>
            </a:r>
          </a:p>
        </p:txBody>
      </p:sp>
      <p:pic>
        <p:nvPicPr>
          <p:cNvPr id="11" name="Immagine 10">
            <a:extLst>
              <a:ext uri="{FF2B5EF4-FFF2-40B4-BE49-F238E27FC236}">
                <a16:creationId xmlns:a16="http://schemas.microsoft.com/office/drawing/2014/main" id="{42D450A8-B215-CA9C-C089-7B92F99DDD91}"/>
              </a:ext>
            </a:extLst>
          </p:cNvPr>
          <p:cNvPicPr>
            <a:picLocks noChangeAspect="1"/>
          </p:cNvPicPr>
          <p:nvPr/>
        </p:nvPicPr>
        <p:blipFill>
          <a:blip r:embed="rId2"/>
          <a:stretch>
            <a:fillRect/>
          </a:stretch>
        </p:blipFill>
        <p:spPr>
          <a:xfrm>
            <a:off x="274197" y="802620"/>
            <a:ext cx="4143902" cy="3007846"/>
          </a:xfrm>
          <a:prstGeom prst="rect">
            <a:avLst/>
          </a:prstGeom>
        </p:spPr>
      </p:pic>
      <p:pic>
        <p:nvPicPr>
          <p:cNvPr id="13" name="Immagine 12">
            <a:extLst>
              <a:ext uri="{FF2B5EF4-FFF2-40B4-BE49-F238E27FC236}">
                <a16:creationId xmlns:a16="http://schemas.microsoft.com/office/drawing/2014/main" id="{A430E21D-B5A8-6FE2-2C33-36342A50F720}"/>
              </a:ext>
            </a:extLst>
          </p:cNvPr>
          <p:cNvPicPr>
            <a:picLocks noChangeAspect="1"/>
          </p:cNvPicPr>
          <p:nvPr/>
        </p:nvPicPr>
        <p:blipFill>
          <a:blip r:embed="rId3"/>
          <a:stretch>
            <a:fillRect/>
          </a:stretch>
        </p:blipFill>
        <p:spPr>
          <a:xfrm>
            <a:off x="4934910" y="802620"/>
            <a:ext cx="3516366" cy="3007846"/>
          </a:xfrm>
          <a:prstGeom prst="rect">
            <a:avLst/>
          </a:prstGeom>
        </p:spPr>
      </p:pic>
      <p:pic>
        <p:nvPicPr>
          <p:cNvPr id="17" name="Immagine 16">
            <a:extLst>
              <a:ext uri="{FF2B5EF4-FFF2-40B4-BE49-F238E27FC236}">
                <a16:creationId xmlns:a16="http://schemas.microsoft.com/office/drawing/2014/main" id="{6E6AD2C2-D2B6-2D3C-FCA5-C6C94DCEDA25}"/>
              </a:ext>
            </a:extLst>
          </p:cNvPr>
          <p:cNvPicPr>
            <a:picLocks noChangeAspect="1"/>
          </p:cNvPicPr>
          <p:nvPr/>
        </p:nvPicPr>
        <p:blipFill>
          <a:blip r:embed="rId4"/>
          <a:stretch>
            <a:fillRect/>
          </a:stretch>
        </p:blipFill>
        <p:spPr>
          <a:xfrm>
            <a:off x="274197" y="4057403"/>
            <a:ext cx="4255377" cy="329213"/>
          </a:xfrm>
          <a:prstGeom prst="rect">
            <a:avLst/>
          </a:prstGeom>
        </p:spPr>
      </p:pic>
      <p:pic>
        <p:nvPicPr>
          <p:cNvPr id="18" name="Immagine 17">
            <a:extLst>
              <a:ext uri="{FF2B5EF4-FFF2-40B4-BE49-F238E27FC236}">
                <a16:creationId xmlns:a16="http://schemas.microsoft.com/office/drawing/2014/main" id="{320BE9BF-8829-B8ED-9E33-F2BD832D78ED}"/>
              </a:ext>
            </a:extLst>
          </p:cNvPr>
          <p:cNvPicPr>
            <a:picLocks noChangeAspect="1"/>
          </p:cNvPicPr>
          <p:nvPr/>
        </p:nvPicPr>
        <p:blipFill>
          <a:blip r:embed="rId5"/>
          <a:stretch>
            <a:fillRect/>
          </a:stretch>
        </p:blipFill>
        <p:spPr>
          <a:xfrm>
            <a:off x="4934910" y="4044985"/>
            <a:ext cx="3505504" cy="341406"/>
          </a:xfrm>
          <a:prstGeom prst="rect">
            <a:avLst/>
          </a:prstGeom>
        </p:spPr>
      </p:pic>
    </p:spTree>
    <p:extLst>
      <p:ext uri="{BB962C8B-B14F-4D97-AF65-F5344CB8AC3E}">
        <p14:creationId xmlns:p14="http://schemas.microsoft.com/office/powerpoint/2010/main" val="34374661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ottotitolo 3">
            <a:extLst>
              <a:ext uri="{FF2B5EF4-FFF2-40B4-BE49-F238E27FC236}">
                <a16:creationId xmlns:a16="http://schemas.microsoft.com/office/drawing/2014/main" id="{0D59040B-199C-6257-52DA-1A4017A374AF}"/>
              </a:ext>
            </a:extLst>
          </p:cNvPr>
          <p:cNvSpPr>
            <a:spLocks noGrp="1"/>
          </p:cNvSpPr>
          <p:nvPr>
            <p:ph type="subTitle" idx="1"/>
          </p:nvPr>
        </p:nvSpPr>
        <p:spPr>
          <a:xfrm>
            <a:off x="427765" y="1007885"/>
            <a:ext cx="4071723" cy="3283559"/>
          </a:xfrm>
        </p:spPr>
        <p:txBody>
          <a:bodyPr/>
          <a:lstStyle/>
          <a:p>
            <a:r>
              <a:rPr lang="it-IT" dirty="0"/>
              <a:t>Mostra una </a:t>
            </a:r>
            <a:r>
              <a:rPr lang="it-IT" b="1" dirty="0"/>
              <a:t>buona</a:t>
            </a:r>
            <a:r>
              <a:rPr lang="it-IT" dirty="0"/>
              <a:t> capacità di separare le classi con pochi errori di classificazione.</a:t>
            </a:r>
          </a:p>
          <a:p>
            <a:pPr>
              <a:buFont typeface="Arial" panose="020B0604020202020204" pitchFamily="34" charset="0"/>
              <a:buChar char="•"/>
            </a:pPr>
            <a:r>
              <a:rPr lang="it-IT" dirty="0"/>
              <a:t>True Positive (TP): 20</a:t>
            </a:r>
          </a:p>
          <a:p>
            <a:pPr>
              <a:buFont typeface="Arial" panose="020B0604020202020204" pitchFamily="34" charset="0"/>
              <a:buChar char="•"/>
            </a:pPr>
            <a:r>
              <a:rPr lang="it-IT" dirty="0"/>
              <a:t>True Negative (TN): 45</a:t>
            </a:r>
          </a:p>
          <a:p>
            <a:pPr>
              <a:buFont typeface="Arial" panose="020B0604020202020204" pitchFamily="34" charset="0"/>
              <a:buChar char="•"/>
            </a:pPr>
            <a:r>
              <a:rPr lang="it-IT" dirty="0"/>
              <a:t>False Positive (FP): 4</a:t>
            </a:r>
          </a:p>
          <a:p>
            <a:pPr>
              <a:buFont typeface="Arial" panose="020B0604020202020204" pitchFamily="34" charset="0"/>
              <a:buChar char="•"/>
            </a:pPr>
            <a:r>
              <a:rPr lang="it-IT" dirty="0"/>
              <a:t>False Negative (FN): 9</a:t>
            </a:r>
          </a:p>
          <a:p>
            <a:pPr>
              <a:buFont typeface="Arial" panose="020B0604020202020204" pitchFamily="34" charset="0"/>
              <a:buChar char="•"/>
            </a:pPr>
            <a:endParaRPr lang="it-IT" dirty="0"/>
          </a:p>
          <a:p>
            <a:pPr>
              <a:buFont typeface="Arial" panose="020B0604020202020204" pitchFamily="34" charset="0"/>
              <a:buChar char="•"/>
            </a:pPr>
            <a:endParaRPr lang="it-IT" dirty="0"/>
          </a:p>
          <a:p>
            <a:r>
              <a:rPr lang="it-IT" dirty="0"/>
              <a:t>La matrice di confusione per la Regressione Logistica mostra che il modello ha una buona accuratezza generale (0.833), con pochi falsi positivi (4) e una moderata quantità di falsi negativi (9)</a:t>
            </a:r>
          </a:p>
        </p:txBody>
      </p:sp>
      <p:sp>
        <p:nvSpPr>
          <p:cNvPr id="5" name="Sottotitolo 4">
            <a:extLst>
              <a:ext uri="{FF2B5EF4-FFF2-40B4-BE49-F238E27FC236}">
                <a16:creationId xmlns:a16="http://schemas.microsoft.com/office/drawing/2014/main" id="{52E13168-D90B-6053-E2C8-C7577B9A357C}"/>
              </a:ext>
            </a:extLst>
          </p:cNvPr>
          <p:cNvSpPr>
            <a:spLocks noGrp="1"/>
          </p:cNvSpPr>
          <p:nvPr>
            <p:ph type="subTitle" idx="2"/>
          </p:nvPr>
        </p:nvSpPr>
        <p:spPr>
          <a:xfrm>
            <a:off x="4532401" y="983678"/>
            <a:ext cx="4379521" cy="2736300"/>
          </a:xfrm>
        </p:spPr>
        <p:txBody>
          <a:bodyPr/>
          <a:lstStyle/>
          <a:p>
            <a:r>
              <a:rPr lang="it-IT" dirty="0"/>
              <a:t>Mostra una </a:t>
            </a:r>
            <a:r>
              <a:rPr lang="it-IT" b="1" dirty="0"/>
              <a:t>migliore</a:t>
            </a:r>
            <a:r>
              <a:rPr lang="it-IT" dirty="0"/>
              <a:t> capacità di separare le classi con meno errori di classificazione rispetto alla Regressione Logistica.</a:t>
            </a:r>
          </a:p>
          <a:p>
            <a:pPr>
              <a:buFont typeface="Arial" panose="020B0604020202020204" pitchFamily="34" charset="0"/>
              <a:buChar char="•"/>
            </a:pPr>
            <a:r>
              <a:rPr lang="it-IT" dirty="0"/>
              <a:t>True Positive (TP): 19</a:t>
            </a:r>
          </a:p>
          <a:p>
            <a:pPr>
              <a:buFont typeface="Arial" panose="020B0604020202020204" pitchFamily="34" charset="0"/>
              <a:buChar char="•"/>
            </a:pPr>
            <a:r>
              <a:rPr lang="it-IT" dirty="0"/>
              <a:t>True Negative (TN): 47</a:t>
            </a:r>
          </a:p>
          <a:p>
            <a:pPr>
              <a:buFont typeface="Arial" panose="020B0604020202020204" pitchFamily="34" charset="0"/>
              <a:buChar char="•"/>
            </a:pPr>
            <a:r>
              <a:rPr lang="it-IT" dirty="0"/>
              <a:t>False Positive (FP): 2</a:t>
            </a:r>
          </a:p>
          <a:p>
            <a:pPr>
              <a:buFont typeface="Arial" panose="020B0604020202020204" pitchFamily="34" charset="0"/>
              <a:buChar char="•"/>
            </a:pPr>
            <a:r>
              <a:rPr lang="it-IT" dirty="0"/>
              <a:t>False Negative (FN): 10</a:t>
            </a:r>
          </a:p>
          <a:p>
            <a:pPr>
              <a:buFont typeface="Arial" panose="020B0604020202020204" pitchFamily="34" charset="0"/>
              <a:buChar char="•"/>
            </a:pPr>
            <a:endParaRPr lang="it-IT" dirty="0"/>
          </a:p>
          <a:p>
            <a:r>
              <a:rPr lang="it-IT" dirty="0"/>
              <a:t>La matrice di confusione per l'SVM mostra che il modello ha una leggermente migliore accuratezza generale (0.846) rispetto alla Regressione Logistica, con meno falsi positivi (2) ma un numero simile di falsi negativi (10)</a:t>
            </a:r>
          </a:p>
        </p:txBody>
      </p:sp>
      <p:sp>
        <p:nvSpPr>
          <p:cNvPr id="6" name="Sottotitolo 5">
            <a:extLst>
              <a:ext uri="{FF2B5EF4-FFF2-40B4-BE49-F238E27FC236}">
                <a16:creationId xmlns:a16="http://schemas.microsoft.com/office/drawing/2014/main" id="{78990421-100B-00A5-C642-872875C41AC9}"/>
              </a:ext>
            </a:extLst>
          </p:cNvPr>
          <p:cNvSpPr>
            <a:spLocks noGrp="1"/>
          </p:cNvSpPr>
          <p:nvPr>
            <p:ph type="subTitle" idx="3"/>
          </p:nvPr>
        </p:nvSpPr>
        <p:spPr>
          <a:xfrm>
            <a:off x="614577" y="444994"/>
            <a:ext cx="3698100" cy="562892"/>
          </a:xfrm>
        </p:spPr>
        <p:txBody>
          <a:bodyPr/>
          <a:lstStyle/>
          <a:p>
            <a:r>
              <a:rPr lang="it-IT" dirty="0"/>
              <a:t>Regressione Logistica</a:t>
            </a:r>
          </a:p>
        </p:txBody>
      </p:sp>
      <p:sp>
        <p:nvSpPr>
          <p:cNvPr id="7" name="Sottotitolo 6">
            <a:extLst>
              <a:ext uri="{FF2B5EF4-FFF2-40B4-BE49-F238E27FC236}">
                <a16:creationId xmlns:a16="http://schemas.microsoft.com/office/drawing/2014/main" id="{B5D53FBC-D762-FC25-8B17-F6D1452D1DF9}"/>
              </a:ext>
            </a:extLst>
          </p:cNvPr>
          <p:cNvSpPr>
            <a:spLocks noGrp="1"/>
          </p:cNvSpPr>
          <p:nvPr>
            <p:ph type="subTitle" idx="4"/>
          </p:nvPr>
        </p:nvSpPr>
        <p:spPr>
          <a:xfrm>
            <a:off x="4840200" y="550686"/>
            <a:ext cx="3698100" cy="457200"/>
          </a:xfrm>
        </p:spPr>
        <p:txBody>
          <a:bodyPr/>
          <a:lstStyle/>
          <a:p>
            <a:r>
              <a:rPr lang="it-IT" dirty="0"/>
              <a:t>SVM (kernel lineare)</a:t>
            </a:r>
          </a:p>
        </p:txBody>
      </p:sp>
      <p:sp>
        <p:nvSpPr>
          <p:cNvPr id="2" name="Titolo 13">
            <a:extLst>
              <a:ext uri="{FF2B5EF4-FFF2-40B4-BE49-F238E27FC236}">
                <a16:creationId xmlns:a16="http://schemas.microsoft.com/office/drawing/2014/main" id="{6AA7DE1C-D76B-50CB-961B-DE49F272C6FB}"/>
              </a:ext>
            </a:extLst>
          </p:cNvPr>
          <p:cNvSpPr>
            <a:spLocks noGrp="1"/>
          </p:cNvSpPr>
          <p:nvPr>
            <p:ph type="title"/>
          </p:nvPr>
        </p:nvSpPr>
        <p:spPr>
          <a:xfrm>
            <a:off x="1586078" y="0"/>
            <a:ext cx="7704000" cy="572700"/>
          </a:xfrm>
        </p:spPr>
        <p:txBody>
          <a:bodyPr/>
          <a:lstStyle/>
          <a:p>
            <a:r>
              <a:rPr lang="it-IT" dirty="0"/>
              <a:t>Analisi Matrici di Confusione</a:t>
            </a:r>
          </a:p>
        </p:txBody>
      </p:sp>
    </p:spTree>
    <p:extLst>
      <p:ext uri="{BB962C8B-B14F-4D97-AF65-F5344CB8AC3E}">
        <p14:creationId xmlns:p14="http://schemas.microsoft.com/office/powerpoint/2010/main" val="31465723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3"/>
          <p:cNvSpPr txBox="1">
            <a:spLocks noGrp="1"/>
          </p:cNvSpPr>
          <p:nvPr>
            <p:ph type="title"/>
          </p:nvPr>
        </p:nvSpPr>
        <p:spPr>
          <a:xfrm>
            <a:off x="1677050" y="-54643"/>
            <a:ext cx="5789900" cy="15132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sz="5400" dirty="0"/>
              <a:t> </a:t>
            </a:r>
            <a:r>
              <a:rPr lang="it-IT" sz="3600" dirty="0" err="1"/>
              <a:t>Hyperparameter</a:t>
            </a:r>
            <a:r>
              <a:rPr lang="it-IT" sz="3600" dirty="0"/>
              <a:t> </a:t>
            </a:r>
            <a:br>
              <a:rPr lang="it-IT" sz="3600" dirty="0"/>
            </a:br>
            <a:r>
              <a:rPr lang="it-IT" sz="3600" dirty="0"/>
              <a:t> Tuning</a:t>
            </a:r>
            <a:endParaRPr dirty="0"/>
          </a:p>
        </p:txBody>
      </p:sp>
      <p:sp>
        <p:nvSpPr>
          <p:cNvPr id="396" name="Google Shape;396;p33"/>
          <p:cNvSpPr txBox="1">
            <a:spLocks noGrp="1"/>
          </p:cNvSpPr>
          <p:nvPr>
            <p:ph type="subTitle" idx="1"/>
          </p:nvPr>
        </p:nvSpPr>
        <p:spPr>
          <a:xfrm>
            <a:off x="174940" y="1419022"/>
            <a:ext cx="8135895" cy="2897752"/>
          </a:xfrm>
          <a:prstGeom prst="rect">
            <a:avLst/>
          </a:prstGeom>
        </p:spPr>
        <p:txBody>
          <a:bodyPr spcFirstLastPara="1" wrap="square" lIns="91425" tIns="91425" rIns="91425" bIns="91425" anchor="t" anchorCtr="0">
            <a:noAutofit/>
          </a:bodyPr>
          <a:lstStyle/>
          <a:p>
            <a:pPr>
              <a:buFont typeface="Arial" panose="020B0604020202020204" pitchFamily="34" charset="0"/>
              <a:buChar char="•"/>
            </a:pPr>
            <a:r>
              <a:rPr lang="it-IT" sz="1500" dirty="0"/>
              <a:t>Vado ad eseguire un'ottimizzazione degli </a:t>
            </a:r>
            <a:r>
              <a:rPr lang="it-IT" sz="1500" dirty="0" err="1"/>
              <a:t>iperparametri</a:t>
            </a:r>
            <a:r>
              <a:rPr lang="it-IT" sz="1500" dirty="0"/>
              <a:t> per un modello SVM con kernel lineare utilizzando il metodo del </a:t>
            </a:r>
            <a:r>
              <a:rPr lang="it-IT" sz="1500" b="1" dirty="0" err="1"/>
              <a:t>grid</a:t>
            </a:r>
            <a:r>
              <a:rPr lang="it-IT" sz="1500" b="1" dirty="0"/>
              <a:t> </a:t>
            </a:r>
            <a:r>
              <a:rPr lang="it-IT" sz="1500" b="1" dirty="0" err="1"/>
              <a:t>search</a:t>
            </a:r>
            <a:r>
              <a:rPr lang="it-IT" sz="1500" b="1" dirty="0"/>
              <a:t> </a:t>
            </a:r>
            <a:r>
              <a:rPr lang="it-IT" sz="1500" dirty="0">
                <a:effectLst/>
                <a:latin typeface="Aptos" panose="020B0004020202020204" pitchFamily="34" charset="0"/>
                <a:ea typeface="Aptos" panose="020B0004020202020204" pitchFamily="34" charset="0"/>
                <a:cs typeface="Times New Roman" panose="02020603050405020304" pitchFamily="18" charset="0"/>
              </a:rPr>
              <a:t>che prevede il test di diverse combinazioni di parametri per trovare quelli </a:t>
            </a:r>
            <a:r>
              <a:rPr lang="it-IT" sz="1500" u="sng" dirty="0">
                <a:effectLst/>
                <a:latin typeface="Aptos" panose="020B0004020202020204" pitchFamily="34" charset="0"/>
                <a:ea typeface="Aptos" panose="020B0004020202020204" pitchFamily="34" charset="0"/>
                <a:cs typeface="Times New Roman" panose="02020603050405020304" pitchFamily="18" charset="0"/>
              </a:rPr>
              <a:t>ottimali che massimizzino le prestazioni del modello</a:t>
            </a:r>
            <a:r>
              <a:rPr lang="it-IT" sz="1500" u="sng" dirty="0"/>
              <a:t>. </a:t>
            </a:r>
          </a:p>
          <a:p>
            <a:pPr>
              <a:buFont typeface="Arial" panose="020B0604020202020204" pitchFamily="34" charset="0"/>
              <a:buChar char="•"/>
            </a:pPr>
            <a:r>
              <a:rPr lang="it-IT" sz="1500" dirty="0"/>
              <a:t>Viene utilizzata anche la </a:t>
            </a:r>
            <a:r>
              <a:rPr lang="it-IT" sz="1500" b="1" dirty="0"/>
              <a:t>k-</a:t>
            </a:r>
            <a:r>
              <a:rPr lang="it-IT" sz="1500" b="1" dirty="0" err="1"/>
              <a:t>fold</a:t>
            </a:r>
            <a:r>
              <a:rPr lang="it-IT" sz="1500" b="1" dirty="0"/>
              <a:t> cross-</a:t>
            </a:r>
            <a:r>
              <a:rPr lang="it-IT" sz="1500" b="1" dirty="0" err="1"/>
              <a:t>validation</a:t>
            </a:r>
            <a:r>
              <a:rPr lang="it-IT" sz="1500" b="1" dirty="0"/>
              <a:t> </a:t>
            </a:r>
            <a:r>
              <a:rPr lang="it-IT" sz="1500" dirty="0"/>
              <a:t>con per valutare le prestazioni del modello.</a:t>
            </a:r>
          </a:p>
          <a:p>
            <a:pPr>
              <a:buFont typeface="Arial" panose="020B0604020202020204" pitchFamily="34" charset="0"/>
              <a:buChar char="•"/>
            </a:pPr>
            <a:r>
              <a:rPr lang="it-IT" sz="1500" dirty="0"/>
              <a:t>Viene creato un nuovo modello SVM, con gli </a:t>
            </a:r>
            <a:r>
              <a:rPr lang="it-IT" sz="1500" dirty="0" err="1"/>
              <a:t>iperparametri</a:t>
            </a:r>
            <a:r>
              <a:rPr lang="it-IT" sz="1500" dirty="0"/>
              <a:t> ottimali, che viene addestrato sul set di addestramento. </a:t>
            </a:r>
          </a:p>
          <a:p>
            <a:pPr>
              <a:buFont typeface="Arial" panose="020B0604020202020204" pitchFamily="34" charset="0"/>
              <a:buChar char="•"/>
            </a:pPr>
            <a:r>
              <a:rPr lang="it-IT" sz="1500" dirty="0"/>
              <a:t>C'è un miglioramento tra l'accuratezza trovata con il modello SVM inizialmente e quella trovata utilizzando il modello SVM con i parametri migliori.</a:t>
            </a:r>
          </a:p>
          <a:p>
            <a:pPr marL="285750" lvl="0" indent="-285750" rtl="0">
              <a:spcBef>
                <a:spcPts val="0"/>
              </a:spcBef>
              <a:spcAft>
                <a:spcPts val="0"/>
              </a:spcAft>
              <a:buFont typeface="Arial" panose="020B0604020202020204" pitchFamily="34" charset="0"/>
              <a:buChar char="•"/>
            </a:pPr>
            <a:endParaRPr lang="it-IT" sz="1600" b="1" dirty="0"/>
          </a:p>
          <a:p>
            <a:pPr marL="0" lvl="0" indent="0" algn="l" rtl="0">
              <a:spcBef>
                <a:spcPts val="0"/>
              </a:spcBef>
              <a:spcAft>
                <a:spcPts val="0"/>
              </a:spcAft>
              <a:buNone/>
            </a:pPr>
            <a:endParaRPr lang="it-IT" sz="1600" dirty="0"/>
          </a:p>
          <a:p>
            <a:pPr marL="0" lvl="0" indent="0" algn="l" rtl="0">
              <a:spcBef>
                <a:spcPts val="0"/>
              </a:spcBef>
              <a:spcAft>
                <a:spcPts val="0"/>
              </a:spcAft>
              <a:buNone/>
            </a:pPr>
            <a:endParaRPr lang="it-IT" sz="1600" dirty="0"/>
          </a:p>
        </p:txBody>
      </p:sp>
      <p:sp>
        <p:nvSpPr>
          <p:cNvPr id="397" name="Google Shape;397;p33"/>
          <p:cNvSpPr txBox="1">
            <a:spLocks noGrp="1"/>
          </p:cNvSpPr>
          <p:nvPr>
            <p:ph type="title" idx="2"/>
          </p:nvPr>
        </p:nvSpPr>
        <p:spPr>
          <a:xfrm>
            <a:off x="387115" y="212122"/>
            <a:ext cx="1691700" cy="1206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07 </a:t>
            </a:r>
            <a:endParaRPr dirty="0"/>
          </a:p>
        </p:txBody>
      </p:sp>
      <p:pic>
        <p:nvPicPr>
          <p:cNvPr id="3" name="Immagine 2">
            <a:extLst>
              <a:ext uri="{FF2B5EF4-FFF2-40B4-BE49-F238E27FC236}">
                <a16:creationId xmlns:a16="http://schemas.microsoft.com/office/drawing/2014/main" id="{51816233-B9E3-587C-F4D7-013BFDABD2BE}"/>
              </a:ext>
            </a:extLst>
          </p:cNvPr>
          <p:cNvPicPr>
            <a:picLocks noChangeAspect="1"/>
          </p:cNvPicPr>
          <p:nvPr/>
        </p:nvPicPr>
        <p:blipFill>
          <a:blip r:embed="rId3"/>
          <a:stretch>
            <a:fillRect/>
          </a:stretch>
        </p:blipFill>
        <p:spPr>
          <a:xfrm>
            <a:off x="458235" y="4093385"/>
            <a:ext cx="7923720" cy="223389"/>
          </a:xfrm>
          <a:prstGeom prst="rect">
            <a:avLst/>
          </a:prstGeom>
        </p:spPr>
      </p:pic>
      <p:pic>
        <p:nvPicPr>
          <p:cNvPr id="4" name="Immagine 3">
            <a:extLst>
              <a:ext uri="{FF2B5EF4-FFF2-40B4-BE49-F238E27FC236}">
                <a16:creationId xmlns:a16="http://schemas.microsoft.com/office/drawing/2014/main" id="{2F01B588-AAF4-80FF-4B1D-48D34CD784F0}"/>
              </a:ext>
            </a:extLst>
          </p:cNvPr>
          <p:cNvPicPr>
            <a:picLocks noChangeAspect="1"/>
          </p:cNvPicPr>
          <p:nvPr/>
        </p:nvPicPr>
        <p:blipFill>
          <a:blip r:embed="rId4"/>
          <a:stretch>
            <a:fillRect/>
          </a:stretch>
        </p:blipFill>
        <p:spPr>
          <a:xfrm>
            <a:off x="7182339" y="127247"/>
            <a:ext cx="1461476" cy="1461476"/>
          </a:xfrm>
          <a:prstGeom prst="rect">
            <a:avLst/>
          </a:prstGeom>
        </p:spPr>
      </p:pic>
    </p:spTree>
    <p:extLst>
      <p:ext uri="{BB962C8B-B14F-4D97-AF65-F5344CB8AC3E}">
        <p14:creationId xmlns:p14="http://schemas.microsoft.com/office/powerpoint/2010/main" val="16163933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olo 13">
            <a:extLst>
              <a:ext uri="{FF2B5EF4-FFF2-40B4-BE49-F238E27FC236}">
                <a16:creationId xmlns:a16="http://schemas.microsoft.com/office/drawing/2014/main" id="{7D9EB8C5-963D-93AB-910B-1B7E23E9C4CC}"/>
              </a:ext>
            </a:extLst>
          </p:cNvPr>
          <p:cNvSpPr>
            <a:spLocks noGrp="1"/>
          </p:cNvSpPr>
          <p:nvPr>
            <p:ph type="title"/>
          </p:nvPr>
        </p:nvSpPr>
        <p:spPr>
          <a:xfrm>
            <a:off x="3006000" y="-4599"/>
            <a:ext cx="7704000" cy="572700"/>
          </a:xfrm>
        </p:spPr>
        <p:txBody>
          <a:bodyPr/>
          <a:lstStyle/>
          <a:p>
            <a:r>
              <a:rPr lang="it-IT" dirty="0"/>
              <a:t>Matrice di Confusione</a:t>
            </a:r>
          </a:p>
        </p:txBody>
      </p:sp>
      <p:pic>
        <p:nvPicPr>
          <p:cNvPr id="3" name="Immagine 2">
            <a:extLst>
              <a:ext uri="{FF2B5EF4-FFF2-40B4-BE49-F238E27FC236}">
                <a16:creationId xmlns:a16="http://schemas.microsoft.com/office/drawing/2014/main" id="{A457900A-8939-B942-4A7A-09297DE61BE3}"/>
              </a:ext>
            </a:extLst>
          </p:cNvPr>
          <p:cNvPicPr>
            <a:picLocks noChangeAspect="1"/>
          </p:cNvPicPr>
          <p:nvPr/>
        </p:nvPicPr>
        <p:blipFill>
          <a:blip r:embed="rId2"/>
          <a:stretch>
            <a:fillRect/>
          </a:stretch>
        </p:blipFill>
        <p:spPr>
          <a:xfrm>
            <a:off x="431332" y="568101"/>
            <a:ext cx="3476783" cy="2745869"/>
          </a:xfrm>
          <a:prstGeom prst="rect">
            <a:avLst/>
          </a:prstGeom>
        </p:spPr>
      </p:pic>
      <p:pic>
        <p:nvPicPr>
          <p:cNvPr id="7" name="Immagine 6">
            <a:extLst>
              <a:ext uri="{FF2B5EF4-FFF2-40B4-BE49-F238E27FC236}">
                <a16:creationId xmlns:a16="http://schemas.microsoft.com/office/drawing/2014/main" id="{6486BB7E-7FEE-8F16-09BD-92E025C597EE}"/>
              </a:ext>
            </a:extLst>
          </p:cNvPr>
          <p:cNvPicPr>
            <a:picLocks noChangeAspect="1"/>
          </p:cNvPicPr>
          <p:nvPr/>
        </p:nvPicPr>
        <p:blipFill>
          <a:blip r:embed="rId3"/>
          <a:stretch>
            <a:fillRect/>
          </a:stretch>
        </p:blipFill>
        <p:spPr>
          <a:xfrm>
            <a:off x="431332" y="3431536"/>
            <a:ext cx="3476783" cy="1454341"/>
          </a:xfrm>
          <a:prstGeom prst="rect">
            <a:avLst/>
          </a:prstGeom>
        </p:spPr>
      </p:pic>
      <p:sp>
        <p:nvSpPr>
          <p:cNvPr id="10" name="Rectangle 1">
            <a:extLst>
              <a:ext uri="{FF2B5EF4-FFF2-40B4-BE49-F238E27FC236}">
                <a16:creationId xmlns:a16="http://schemas.microsoft.com/office/drawing/2014/main" id="{C966F0AD-188D-8CFC-2A0A-A993FB8D9148}"/>
              </a:ext>
            </a:extLst>
          </p:cNvPr>
          <p:cNvSpPr>
            <a:spLocks noChangeArrowheads="1"/>
          </p:cNvSpPr>
          <p:nvPr/>
        </p:nvSpPr>
        <p:spPr bwMode="auto">
          <a:xfrm flipH="1">
            <a:off x="4083544" y="726998"/>
            <a:ext cx="4926058"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b="1" i="0" u="none" strike="noStrike" cap="none" normalizeH="0" baseline="0" dirty="0">
                <a:ln>
                  <a:noFill/>
                </a:ln>
                <a:solidFill>
                  <a:schemeClr val="tx1"/>
                </a:solidFill>
                <a:effectLst/>
                <a:latin typeface="Albert Sans" panose="020B0604020202020204" charset="0"/>
              </a:rPr>
              <a:t>Alta Accuratezza:</a:t>
            </a:r>
            <a:r>
              <a:rPr kumimoji="0" lang="it-IT" altLang="it-IT" b="0" i="0" u="none" strike="noStrike" cap="none" normalizeH="0" baseline="0" dirty="0">
                <a:ln>
                  <a:noFill/>
                </a:ln>
                <a:solidFill>
                  <a:schemeClr val="tx1"/>
                </a:solidFill>
                <a:effectLst/>
                <a:latin typeface="Albert Sans" panose="020B0604020202020204" charset="0"/>
              </a:rPr>
              <a:t> Il modello SVM ottimizzato ha un'alta accuratezza, indicando che è efficace nel distinguere tra le classi.</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it-IT" altLang="it-IT" b="0" i="0" u="none" strike="noStrike" cap="none" normalizeH="0" baseline="0" dirty="0">
              <a:ln>
                <a:noFill/>
              </a:ln>
              <a:solidFill>
                <a:schemeClr val="tx1"/>
              </a:solidFill>
              <a:effectLst/>
              <a:latin typeface="Albert Sans" panose="020B060402020202020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b="1" i="0" u="none" strike="noStrike" cap="none" normalizeH="0" baseline="0" dirty="0">
                <a:ln>
                  <a:noFill/>
                </a:ln>
                <a:solidFill>
                  <a:schemeClr val="tx1"/>
                </a:solidFill>
                <a:effectLst/>
                <a:latin typeface="Albert Sans" panose="020B0604020202020204" charset="0"/>
              </a:rPr>
              <a:t>Precisione Elevata per la Classe 0:</a:t>
            </a:r>
            <a:r>
              <a:rPr kumimoji="0" lang="it-IT" altLang="it-IT" b="0" i="0" u="none" strike="noStrike" cap="none" normalizeH="0" baseline="0" dirty="0">
                <a:ln>
                  <a:noFill/>
                </a:ln>
                <a:solidFill>
                  <a:schemeClr val="tx1"/>
                </a:solidFill>
                <a:effectLst/>
                <a:latin typeface="Albert Sans" panose="020B0604020202020204" charset="0"/>
              </a:rPr>
              <a:t> Il modello è molto preciso nell'identificare le istanze della classe 0, senza falsi allarmi.</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it-IT" altLang="it-IT" b="0" i="0" u="none" strike="noStrike" cap="none" normalizeH="0" baseline="0" dirty="0">
              <a:ln>
                <a:noFill/>
              </a:ln>
              <a:solidFill>
                <a:schemeClr val="tx1"/>
              </a:solidFill>
              <a:effectLst/>
              <a:latin typeface="Albert Sans" panose="020B060402020202020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b="1" i="0" u="none" strike="noStrike" cap="none" normalizeH="0" baseline="0" dirty="0">
                <a:ln>
                  <a:noFill/>
                </a:ln>
                <a:solidFill>
                  <a:schemeClr val="tx1"/>
                </a:solidFill>
                <a:effectLst/>
                <a:latin typeface="Albert Sans" panose="020B0604020202020204" charset="0"/>
              </a:rPr>
              <a:t>Ottimo Richiamo per la Classe 1:</a:t>
            </a:r>
            <a:r>
              <a:rPr kumimoji="0" lang="it-IT" altLang="it-IT" b="0" i="0" u="none" strike="noStrike" cap="none" normalizeH="0" baseline="0" dirty="0">
                <a:ln>
                  <a:noFill/>
                </a:ln>
                <a:solidFill>
                  <a:schemeClr val="tx1"/>
                </a:solidFill>
                <a:effectLst/>
                <a:latin typeface="Albert Sans" panose="020B0604020202020204" charset="0"/>
              </a:rPr>
              <a:t> Il modello identifica correttamente tutte le istanze della classe 1, anche se ha qualche difficoltà con la precisione per questa classe.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it-IT" altLang="it-IT" b="0" i="0" u="none" strike="noStrike" cap="none" normalizeH="0" baseline="0" dirty="0">
              <a:ln>
                <a:noFill/>
              </a:ln>
              <a:solidFill>
                <a:schemeClr val="tx1"/>
              </a:solidFill>
              <a:effectLst/>
              <a:latin typeface="Albert Sans" panose="020B060402020202020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b="1" i="0" u="none" strike="noStrike" cap="none" normalizeH="0" baseline="0" dirty="0">
                <a:ln>
                  <a:noFill/>
                </a:ln>
                <a:solidFill>
                  <a:schemeClr val="tx1"/>
                </a:solidFill>
                <a:effectLst/>
                <a:latin typeface="Albert Sans" panose="020B0604020202020204" charset="0"/>
              </a:rPr>
              <a:t>Errori Limitati:</a:t>
            </a:r>
            <a:r>
              <a:rPr kumimoji="0" lang="it-IT" altLang="it-IT" b="0" i="0" u="none" strike="noStrike" cap="none" normalizeH="0" baseline="0" dirty="0">
                <a:ln>
                  <a:noFill/>
                </a:ln>
                <a:solidFill>
                  <a:schemeClr val="tx1"/>
                </a:solidFill>
                <a:effectLst/>
                <a:latin typeface="Albert Sans" panose="020B0604020202020204" charset="0"/>
              </a:rPr>
              <a:t> Gli errori di classificazione sono limitati, con un numero ridotto di falsi positivi e nessun falso negativo per la classe 1. </a:t>
            </a:r>
          </a:p>
        </p:txBody>
      </p:sp>
    </p:spTree>
    <p:extLst>
      <p:ext uri="{BB962C8B-B14F-4D97-AF65-F5344CB8AC3E}">
        <p14:creationId xmlns:p14="http://schemas.microsoft.com/office/powerpoint/2010/main" val="4947505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3"/>
          <p:cNvSpPr txBox="1">
            <a:spLocks noGrp="1"/>
          </p:cNvSpPr>
          <p:nvPr>
            <p:ph type="title"/>
          </p:nvPr>
        </p:nvSpPr>
        <p:spPr>
          <a:xfrm>
            <a:off x="1324015" y="118946"/>
            <a:ext cx="6813755" cy="10637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sz="3600" dirty="0"/>
              <a:t>Valutazione della Performance</a:t>
            </a:r>
          </a:p>
        </p:txBody>
      </p:sp>
      <p:sp>
        <p:nvSpPr>
          <p:cNvPr id="396" name="Google Shape;396;p33"/>
          <p:cNvSpPr txBox="1">
            <a:spLocks noGrp="1"/>
          </p:cNvSpPr>
          <p:nvPr>
            <p:ph type="subTitle" idx="1"/>
          </p:nvPr>
        </p:nvSpPr>
        <p:spPr>
          <a:xfrm>
            <a:off x="70691" y="931800"/>
            <a:ext cx="5007183" cy="2447520"/>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it-IT" dirty="0"/>
              <a:t>Il modello SVM ottimizzato ha dimostrato </a:t>
            </a:r>
            <a:r>
              <a:rPr lang="it-IT" b="1" dirty="0"/>
              <a:t>un'alta accuratezza </a:t>
            </a:r>
            <a:r>
              <a:rPr lang="it-IT" dirty="0"/>
              <a:t>e buone metriche di precisione e richiamo, confermando le sue capacità di generalizzazione sui dati non visti.</a:t>
            </a:r>
          </a:p>
          <a:p>
            <a:pPr marL="285750" lvl="0" indent="-285750" algn="l" rtl="0">
              <a:spcBef>
                <a:spcPts val="0"/>
              </a:spcBef>
              <a:spcAft>
                <a:spcPts val="0"/>
              </a:spcAft>
              <a:buFont typeface="Arial" panose="020B0604020202020204" pitchFamily="34" charset="0"/>
              <a:buChar char="•"/>
            </a:pPr>
            <a:endParaRPr lang="it-IT" dirty="0"/>
          </a:p>
          <a:p>
            <a:pPr marL="285750" lvl="0" indent="-285750" algn="l" rtl="0">
              <a:spcBef>
                <a:spcPts val="0"/>
              </a:spcBef>
              <a:spcAft>
                <a:spcPts val="0"/>
              </a:spcAft>
              <a:buFont typeface="Arial" panose="020B0604020202020204" pitchFamily="34" charset="0"/>
              <a:buChar char="•"/>
            </a:pPr>
            <a:r>
              <a:rPr lang="it-IT" dirty="0"/>
              <a:t>La matrice di confusione indica che il modello è </a:t>
            </a:r>
            <a:r>
              <a:rPr lang="it-IT" b="1" dirty="0"/>
              <a:t>efficace</a:t>
            </a:r>
            <a:r>
              <a:rPr lang="it-IT" dirty="0"/>
              <a:t> nel distinguere tra le classi, con pochi errori di classificazione.</a:t>
            </a:r>
          </a:p>
          <a:p>
            <a:pPr marL="0" lvl="0" indent="0" algn="l" rtl="0">
              <a:spcBef>
                <a:spcPts val="0"/>
              </a:spcBef>
              <a:spcAft>
                <a:spcPts val="0"/>
              </a:spcAft>
              <a:buNone/>
            </a:pPr>
            <a:endParaRPr lang="it-IT" sz="1600" dirty="0"/>
          </a:p>
          <a:p>
            <a:pPr marL="0" lvl="0" indent="0" algn="l" rtl="0">
              <a:spcBef>
                <a:spcPts val="0"/>
              </a:spcBef>
              <a:spcAft>
                <a:spcPts val="0"/>
              </a:spcAft>
              <a:buNone/>
            </a:pPr>
            <a:endParaRPr lang="it-IT" sz="1600" dirty="0"/>
          </a:p>
        </p:txBody>
      </p:sp>
      <p:sp>
        <p:nvSpPr>
          <p:cNvPr id="397" name="Google Shape;397;p33"/>
          <p:cNvSpPr txBox="1">
            <a:spLocks noGrp="1"/>
          </p:cNvSpPr>
          <p:nvPr>
            <p:ph type="title" idx="2"/>
          </p:nvPr>
        </p:nvSpPr>
        <p:spPr>
          <a:xfrm>
            <a:off x="88490" y="-143159"/>
            <a:ext cx="1396181" cy="1206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6600" dirty="0"/>
              <a:t>08</a:t>
            </a:r>
            <a:endParaRPr sz="6600" dirty="0"/>
          </a:p>
        </p:txBody>
      </p:sp>
      <p:pic>
        <p:nvPicPr>
          <p:cNvPr id="4" name="Immagine 3">
            <a:extLst>
              <a:ext uri="{FF2B5EF4-FFF2-40B4-BE49-F238E27FC236}">
                <a16:creationId xmlns:a16="http://schemas.microsoft.com/office/drawing/2014/main" id="{31AE8ED1-074F-9EF2-1518-EF347564659E}"/>
              </a:ext>
            </a:extLst>
          </p:cNvPr>
          <p:cNvPicPr>
            <a:picLocks noChangeAspect="1"/>
          </p:cNvPicPr>
          <p:nvPr/>
        </p:nvPicPr>
        <p:blipFill>
          <a:blip r:embed="rId3"/>
          <a:stretch>
            <a:fillRect/>
          </a:stretch>
        </p:blipFill>
        <p:spPr>
          <a:xfrm>
            <a:off x="5024284" y="931800"/>
            <a:ext cx="4031226" cy="3448249"/>
          </a:xfrm>
          <a:prstGeom prst="rect">
            <a:avLst/>
          </a:prstGeom>
        </p:spPr>
      </p:pic>
      <p:pic>
        <p:nvPicPr>
          <p:cNvPr id="6" name="Immagine 5">
            <a:extLst>
              <a:ext uri="{FF2B5EF4-FFF2-40B4-BE49-F238E27FC236}">
                <a16:creationId xmlns:a16="http://schemas.microsoft.com/office/drawing/2014/main" id="{EADD6722-32F7-3580-BA0B-74B57FC9442B}"/>
              </a:ext>
            </a:extLst>
          </p:cNvPr>
          <p:cNvPicPr>
            <a:picLocks noChangeAspect="1"/>
          </p:cNvPicPr>
          <p:nvPr/>
        </p:nvPicPr>
        <p:blipFill>
          <a:blip r:embed="rId4"/>
          <a:stretch>
            <a:fillRect/>
          </a:stretch>
        </p:blipFill>
        <p:spPr>
          <a:xfrm>
            <a:off x="591805" y="2887807"/>
            <a:ext cx="4084309" cy="1566472"/>
          </a:xfrm>
          <a:prstGeom prst="rect">
            <a:avLst/>
          </a:prstGeom>
        </p:spPr>
      </p:pic>
    </p:spTree>
    <p:extLst>
      <p:ext uri="{BB962C8B-B14F-4D97-AF65-F5344CB8AC3E}">
        <p14:creationId xmlns:p14="http://schemas.microsoft.com/office/powerpoint/2010/main" val="41660197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3"/>
          <p:cNvSpPr txBox="1">
            <a:spLocks noGrp="1"/>
          </p:cNvSpPr>
          <p:nvPr>
            <p:ph type="title"/>
          </p:nvPr>
        </p:nvSpPr>
        <p:spPr>
          <a:xfrm>
            <a:off x="1057990" y="-53424"/>
            <a:ext cx="8384811" cy="15182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sz="4800" dirty="0"/>
              <a:t> </a:t>
            </a:r>
            <a:r>
              <a:rPr lang="it-IT" sz="2800" dirty="0"/>
              <a:t>Studio statistico sui risultati della valutazione</a:t>
            </a:r>
            <a:endParaRPr sz="2800" dirty="0"/>
          </a:p>
        </p:txBody>
      </p:sp>
      <p:sp>
        <p:nvSpPr>
          <p:cNvPr id="4" name="Sottotitolo 3">
            <a:extLst>
              <a:ext uri="{FF2B5EF4-FFF2-40B4-BE49-F238E27FC236}">
                <a16:creationId xmlns:a16="http://schemas.microsoft.com/office/drawing/2014/main" id="{E6D61985-3BCC-A34B-0AD5-3E961DA22747}"/>
              </a:ext>
            </a:extLst>
          </p:cNvPr>
          <p:cNvSpPr>
            <a:spLocks noGrp="1"/>
          </p:cNvSpPr>
          <p:nvPr>
            <p:ph type="subTitle" idx="1"/>
          </p:nvPr>
        </p:nvSpPr>
        <p:spPr>
          <a:xfrm>
            <a:off x="49422" y="1875917"/>
            <a:ext cx="3216292" cy="2538992"/>
          </a:xfrm>
        </p:spPr>
        <p:txBody>
          <a:bodyPr/>
          <a:lstStyle/>
          <a:p>
            <a:pPr>
              <a:buFont typeface="Arial" panose="020B0604020202020204" pitchFamily="34" charset="0"/>
              <a:buChar char="•"/>
            </a:pPr>
            <a:r>
              <a:rPr lang="it-IT" dirty="0"/>
              <a:t> La media delle accuratezze ottenute dal modello SVM sulle diverse suddivisioni dei dati durante le 10 iterazioni di cross-</a:t>
            </a:r>
            <a:r>
              <a:rPr lang="it-IT" dirty="0" err="1"/>
              <a:t>validation</a:t>
            </a:r>
            <a:r>
              <a:rPr lang="it-IT" dirty="0"/>
              <a:t>. Un’accuratezza media del 85% indica una performance solida, con il modello che effettua previsioni corrette nell'85% dei casi in media</a:t>
            </a:r>
          </a:p>
        </p:txBody>
      </p:sp>
      <p:sp>
        <p:nvSpPr>
          <p:cNvPr id="5" name="Sottotitolo 4">
            <a:extLst>
              <a:ext uri="{FF2B5EF4-FFF2-40B4-BE49-F238E27FC236}">
                <a16:creationId xmlns:a16="http://schemas.microsoft.com/office/drawing/2014/main" id="{2C19F523-7B63-E13E-19AB-B37DDE85A8B7}"/>
              </a:ext>
            </a:extLst>
          </p:cNvPr>
          <p:cNvSpPr>
            <a:spLocks noGrp="1"/>
          </p:cNvSpPr>
          <p:nvPr>
            <p:ph type="subTitle" idx="2"/>
          </p:nvPr>
        </p:nvSpPr>
        <p:spPr>
          <a:xfrm>
            <a:off x="2963854" y="1875917"/>
            <a:ext cx="3216291" cy="2176200"/>
          </a:xfrm>
        </p:spPr>
        <p:txBody>
          <a:bodyPr/>
          <a:lstStyle/>
          <a:p>
            <a:pPr>
              <a:buFont typeface="Arial" panose="020B0604020202020204" pitchFamily="34" charset="0"/>
              <a:buChar char="•"/>
            </a:pPr>
            <a:r>
              <a:rPr lang="it-IT" dirty="0"/>
              <a:t>La deviazione standard misura la variabilità delle accuratezze ottenute in ciascuna delle 10 iterazioni di cross-</a:t>
            </a:r>
            <a:r>
              <a:rPr lang="it-IT" dirty="0" err="1"/>
              <a:t>validation</a:t>
            </a:r>
            <a:r>
              <a:rPr lang="it-IT" dirty="0"/>
              <a:t>. Una deviazione standard di 0.0314 indica che le performance del modello sono consistenti tra le diverse iterazioni, con variazioni minime intorno alla media.</a:t>
            </a:r>
          </a:p>
        </p:txBody>
      </p:sp>
      <p:sp>
        <p:nvSpPr>
          <p:cNvPr id="6" name="Sottotitolo 5">
            <a:extLst>
              <a:ext uri="{FF2B5EF4-FFF2-40B4-BE49-F238E27FC236}">
                <a16:creationId xmlns:a16="http://schemas.microsoft.com/office/drawing/2014/main" id="{AA70EE15-6048-B7C7-BAFC-A9E053486351}"/>
              </a:ext>
            </a:extLst>
          </p:cNvPr>
          <p:cNvSpPr>
            <a:spLocks noGrp="1"/>
          </p:cNvSpPr>
          <p:nvPr>
            <p:ph type="subTitle" idx="3"/>
          </p:nvPr>
        </p:nvSpPr>
        <p:spPr>
          <a:xfrm>
            <a:off x="5799348" y="1871930"/>
            <a:ext cx="3265712" cy="2158039"/>
          </a:xfrm>
        </p:spPr>
        <p:txBody>
          <a:bodyPr/>
          <a:lstStyle/>
          <a:p>
            <a:pPr>
              <a:buFont typeface="Arial" panose="020B0604020202020204" pitchFamily="34" charset="0"/>
              <a:buChar char="•"/>
            </a:pPr>
            <a:r>
              <a:rPr lang="it-IT" dirty="0"/>
              <a:t>Questo intervallo indica quanto siamo sicuri che la media dell’accuratezza trovata rappresenti la vera media di accuratezza del modello su nuove suddivisioni dei dati. Nel nostro caso, l'intervallo di confidenza al 95% per l'accuratezza media corrisponde a (0.8306, 0.8694)</a:t>
            </a:r>
          </a:p>
        </p:txBody>
      </p:sp>
      <p:sp>
        <p:nvSpPr>
          <p:cNvPr id="8" name="Sottotitolo 7">
            <a:extLst>
              <a:ext uri="{FF2B5EF4-FFF2-40B4-BE49-F238E27FC236}">
                <a16:creationId xmlns:a16="http://schemas.microsoft.com/office/drawing/2014/main" id="{D417D78D-F622-28A1-8DA4-47EC0E0B15BC}"/>
              </a:ext>
            </a:extLst>
          </p:cNvPr>
          <p:cNvSpPr>
            <a:spLocks noGrp="1"/>
          </p:cNvSpPr>
          <p:nvPr>
            <p:ph type="subTitle" idx="4"/>
          </p:nvPr>
        </p:nvSpPr>
        <p:spPr>
          <a:xfrm>
            <a:off x="1082676" y="797139"/>
            <a:ext cx="2261978" cy="1095200"/>
          </a:xfrm>
        </p:spPr>
        <p:txBody>
          <a:bodyPr/>
          <a:lstStyle/>
          <a:p>
            <a:r>
              <a:rPr lang="it-IT" dirty="0"/>
              <a:t>Media </a:t>
            </a:r>
            <a:r>
              <a:rPr lang="it-IT" dirty="0" err="1"/>
              <a:t>Accuracy</a:t>
            </a:r>
            <a:endParaRPr lang="it-IT" dirty="0"/>
          </a:p>
        </p:txBody>
      </p:sp>
      <p:sp>
        <p:nvSpPr>
          <p:cNvPr id="9" name="Sottotitolo 8">
            <a:extLst>
              <a:ext uri="{FF2B5EF4-FFF2-40B4-BE49-F238E27FC236}">
                <a16:creationId xmlns:a16="http://schemas.microsoft.com/office/drawing/2014/main" id="{4209F698-CF00-3C04-F3F9-8157D7ADD03F}"/>
              </a:ext>
            </a:extLst>
          </p:cNvPr>
          <p:cNvSpPr>
            <a:spLocks noGrp="1"/>
          </p:cNvSpPr>
          <p:nvPr>
            <p:ph type="subTitle" idx="5"/>
          </p:nvPr>
        </p:nvSpPr>
        <p:spPr>
          <a:xfrm>
            <a:off x="3483297" y="1068512"/>
            <a:ext cx="2914430" cy="803418"/>
          </a:xfrm>
        </p:spPr>
        <p:txBody>
          <a:bodyPr/>
          <a:lstStyle/>
          <a:p>
            <a:r>
              <a:rPr lang="it-IT" dirty="0"/>
              <a:t>Deviazione           	Standard</a:t>
            </a:r>
          </a:p>
        </p:txBody>
      </p:sp>
      <p:sp>
        <p:nvSpPr>
          <p:cNvPr id="10" name="Sottotitolo 9">
            <a:extLst>
              <a:ext uri="{FF2B5EF4-FFF2-40B4-BE49-F238E27FC236}">
                <a16:creationId xmlns:a16="http://schemas.microsoft.com/office/drawing/2014/main" id="{641860D1-1335-6A94-1389-A21549500A14}"/>
              </a:ext>
            </a:extLst>
          </p:cNvPr>
          <p:cNvSpPr>
            <a:spLocks noGrp="1"/>
          </p:cNvSpPr>
          <p:nvPr>
            <p:ph type="subTitle" idx="6"/>
          </p:nvPr>
        </p:nvSpPr>
        <p:spPr>
          <a:xfrm>
            <a:off x="6598730" y="991741"/>
            <a:ext cx="2144700" cy="895181"/>
          </a:xfrm>
        </p:spPr>
        <p:txBody>
          <a:bodyPr/>
          <a:lstStyle/>
          <a:p>
            <a:r>
              <a:rPr lang="it-IT" dirty="0"/>
              <a:t>Intervallo di Confidenza</a:t>
            </a:r>
          </a:p>
        </p:txBody>
      </p:sp>
      <p:sp>
        <p:nvSpPr>
          <p:cNvPr id="397" name="Google Shape;397;p33"/>
          <p:cNvSpPr txBox="1">
            <a:spLocks noGrp="1"/>
          </p:cNvSpPr>
          <p:nvPr>
            <p:ph type="title" idx="4294967295"/>
          </p:nvPr>
        </p:nvSpPr>
        <p:spPr>
          <a:xfrm>
            <a:off x="-34983" y="-11773"/>
            <a:ext cx="1690688" cy="120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6600" dirty="0">
                <a:solidFill>
                  <a:schemeClr val="accent6"/>
                </a:solidFill>
              </a:rPr>
              <a:t>09</a:t>
            </a:r>
            <a:endParaRPr sz="6600" dirty="0">
              <a:solidFill>
                <a:schemeClr val="accent6"/>
              </a:solidFill>
            </a:endParaRPr>
          </a:p>
        </p:txBody>
      </p:sp>
      <p:sp>
        <p:nvSpPr>
          <p:cNvPr id="11" name="Rettangolo con un angolo ritagliato 10">
            <a:extLst>
              <a:ext uri="{FF2B5EF4-FFF2-40B4-BE49-F238E27FC236}">
                <a16:creationId xmlns:a16="http://schemas.microsoft.com/office/drawing/2014/main" id="{4D63DE8E-D497-430F-F883-32428088D9CE}"/>
              </a:ext>
            </a:extLst>
          </p:cNvPr>
          <p:cNvSpPr/>
          <p:nvPr/>
        </p:nvSpPr>
        <p:spPr>
          <a:xfrm>
            <a:off x="614623" y="1413287"/>
            <a:ext cx="927463" cy="479052"/>
          </a:xfrm>
          <a:prstGeom prst="snip1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it-IT" sz="2400" dirty="0">
                <a:solidFill>
                  <a:srgbClr val="990099"/>
                </a:solidFill>
              </a:rPr>
              <a:t>85%</a:t>
            </a:r>
          </a:p>
        </p:txBody>
      </p:sp>
      <p:sp>
        <p:nvSpPr>
          <p:cNvPr id="12" name="Rettangolo con un angolo ritagliato 11">
            <a:extLst>
              <a:ext uri="{FF2B5EF4-FFF2-40B4-BE49-F238E27FC236}">
                <a16:creationId xmlns:a16="http://schemas.microsoft.com/office/drawing/2014/main" id="{39D8168D-A3B2-69AA-29DA-9251FE45479B}"/>
              </a:ext>
            </a:extLst>
          </p:cNvPr>
          <p:cNvSpPr/>
          <p:nvPr/>
        </p:nvSpPr>
        <p:spPr>
          <a:xfrm>
            <a:off x="3127072" y="1415026"/>
            <a:ext cx="1335241" cy="479052"/>
          </a:xfrm>
          <a:prstGeom prst="snip1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it-IT" sz="2400" dirty="0">
                <a:solidFill>
                  <a:srgbClr val="990099"/>
                </a:solidFill>
              </a:rPr>
              <a:t>0,031%</a:t>
            </a:r>
          </a:p>
        </p:txBody>
      </p:sp>
      <p:sp>
        <p:nvSpPr>
          <p:cNvPr id="13" name="Rettangolo con un angolo ritagliato 12">
            <a:extLst>
              <a:ext uri="{FF2B5EF4-FFF2-40B4-BE49-F238E27FC236}">
                <a16:creationId xmlns:a16="http://schemas.microsoft.com/office/drawing/2014/main" id="{2FA0A7B4-7F1C-BE9B-4AE3-4EA19B83C5F2}"/>
              </a:ext>
            </a:extLst>
          </p:cNvPr>
          <p:cNvSpPr/>
          <p:nvPr/>
        </p:nvSpPr>
        <p:spPr>
          <a:xfrm>
            <a:off x="6133703" y="1407870"/>
            <a:ext cx="927463" cy="479052"/>
          </a:xfrm>
          <a:prstGeom prst="snip1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it-IT" sz="2400" dirty="0">
                <a:solidFill>
                  <a:srgbClr val="990099"/>
                </a:solidFill>
              </a:rPr>
              <a:t>95%</a:t>
            </a:r>
          </a:p>
        </p:txBody>
      </p:sp>
      <p:sp>
        <p:nvSpPr>
          <p:cNvPr id="14" name="CasellaDiTesto 13">
            <a:extLst>
              <a:ext uri="{FF2B5EF4-FFF2-40B4-BE49-F238E27FC236}">
                <a16:creationId xmlns:a16="http://schemas.microsoft.com/office/drawing/2014/main" id="{9D272488-FE15-CE3B-BADE-92CB71221BF3}"/>
              </a:ext>
            </a:extLst>
          </p:cNvPr>
          <p:cNvSpPr txBox="1"/>
          <p:nvPr/>
        </p:nvSpPr>
        <p:spPr>
          <a:xfrm>
            <a:off x="1221308" y="641238"/>
            <a:ext cx="5146768" cy="369332"/>
          </a:xfrm>
          <a:prstGeom prst="rect">
            <a:avLst/>
          </a:prstGeom>
          <a:noFill/>
        </p:spPr>
        <p:txBody>
          <a:bodyPr wrap="square" rtlCol="0">
            <a:spAutoFit/>
          </a:bodyPr>
          <a:lstStyle/>
          <a:p>
            <a:r>
              <a:rPr lang="it-IT" sz="1800" dirty="0">
                <a:solidFill>
                  <a:schemeClr val="accent6"/>
                </a:solidFill>
                <a:latin typeface="Albert Sans"/>
              </a:rPr>
              <a:t>Statistica Inferenziale</a:t>
            </a:r>
          </a:p>
        </p:txBody>
      </p:sp>
    </p:spTree>
    <p:extLst>
      <p:ext uri="{BB962C8B-B14F-4D97-AF65-F5344CB8AC3E}">
        <p14:creationId xmlns:p14="http://schemas.microsoft.com/office/powerpoint/2010/main" val="19796934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8E1FF012-EDD5-52CD-D8AA-D178C83E78A9}"/>
              </a:ext>
            </a:extLst>
          </p:cNvPr>
          <p:cNvSpPr>
            <a:spLocks noGrp="1"/>
          </p:cNvSpPr>
          <p:nvPr>
            <p:ph type="title"/>
          </p:nvPr>
        </p:nvSpPr>
        <p:spPr>
          <a:xfrm>
            <a:off x="191729" y="121830"/>
            <a:ext cx="7581985" cy="783984"/>
          </a:xfrm>
        </p:spPr>
        <p:txBody>
          <a:bodyPr/>
          <a:lstStyle/>
          <a:p>
            <a:r>
              <a:rPr lang="it-IT" dirty="0"/>
              <a:t>Statistica Descrittiva  </a:t>
            </a:r>
            <a:r>
              <a:rPr lang="it-IT" sz="2800" i="1" dirty="0"/>
              <a:t>istogramma</a:t>
            </a:r>
            <a:endParaRPr lang="it-IT" i="1" dirty="0"/>
          </a:p>
        </p:txBody>
      </p:sp>
      <p:sp>
        <p:nvSpPr>
          <p:cNvPr id="10" name="Sottotitolo 9">
            <a:extLst>
              <a:ext uri="{FF2B5EF4-FFF2-40B4-BE49-F238E27FC236}">
                <a16:creationId xmlns:a16="http://schemas.microsoft.com/office/drawing/2014/main" id="{B55C654C-552A-73AC-B09E-35266E9A73AF}"/>
              </a:ext>
            </a:extLst>
          </p:cNvPr>
          <p:cNvSpPr>
            <a:spLocks noGrp="1"/>
          </p:cNvSpPr>
          <p:nvPr>
            <p:ph type="subTitle" idx="1"/>
          </p:nvPr>
        </p:nvSpPr>
        <p:spPr>
          <a:xfrm>
            <a:off x="191729" y="737836"/>
            <a:ext cx="4284617" cy="3871380"/>
          </a:xfrm>
        </p:spPr>
        <p:txBody>
          <a:bodyPr/>
          <a:lstStyle/>
          <a:p>
            <a:pPr>
              <a:buFont typeface="Arial" panose="020B0604020202020204" pitchFamily="34" charset="0"/>
              <a:buChar char="•"/>
            </a:pPr>
            <a:r>
              <a:rPr lang="it-IT" sz="1400" dirty="0"/>
              <a:t>Le </a:t>
            </a:r>
            <a:r>
              <a:rPr lang="it-IT" sz="1400" b="1" dirty="0"/>
              <a:t>accuratezze</a:t>
            </a:r>
            <a:r>
              <a:rPr lang="it-IT" sz="1400" dirty="0"/>
              <a:t> ottenute variano da 0.78 a 0.88.</a:t>
            </a:r>
          </a:p>
          <a:p>
            <a:pPr>
              <a:buFont typeface="Arial" panose="020B0604020202020204" pitchFamily="34" charset="0"/>
              <a:buChar char="•"/>
            </a:pPr>
            <a:r>
              <a:rPr lang="it-IT" sz="1400" dirty="0"/>
              <a:t>La maggior parte delle iterazioni ha prodotto accuratezze attorno a 0.84 e 0.88.</a:t>
            </a:r>
          </a:p>
          <a:p>
            <a:pPr>
              <a:buFont typeface="Arial" panose="020B0604020202020204" pitchFamily="34" charset="0"/>
              <a:buChar char="•"/>
            </a:pPr>
            <a:r>
              <a:rPr lang="it-IT" sz="1400" dirty="0"/>
              <a:t>C'è una distribuzione relativamente </a:t>
            </a:r>
            <a:r>
              <a:rPr lang="it-IT" sz="1400" b="1" dirty="0"/>
              <a:t>uniforme</a:t>
            </a:r>
            <a:r>
              <a:rPr lang="it-IT" sz="1400" dirty="0"/>
              <a:t> delle accuratezze tra i valori più bassi (0.78) e quelli più alti (0.88).</a:t>
            </a:r>
          </a:p>
          <a:p>
            <a:r>
              <a:rPr lang="it-IT" sz="1400" b="1" dirty="0"/>
              <a:t>Conclusione:</a:t>
            </a:r>
            <a:endParaRPr lang="it-IT" sz="1400" dirty="0"/>
          </a:p>
          <a:p>
            <a:pPr>
              <a:buFont typeface="Arial" panose="020B0604020202020204" pitchFamily="34" charset="0"/>
              <a:buChar char="•"/>
            </a:pPr>
            <a:r>
              <a:rPr lang="it-IT" sz="1400" dirty="0"/>
              <a:t>La distribuzione delle accuratezze indica una </a:t>
            </a:r>
            <a:r>
              <a:rPr lang="it-IT" sz="1400" b="1" dirty="0"/>
              <a:t>buona</a:t>
            </a:r>
            <a:r>
              <a:rPr lang="it-IT" sz="1400" dirty="0"/>
              <a:t> variabilità dei risultati, suggerendo che il modello è generalmente accurato ma con alcune iterazioni che mostrano performance inferiori.</a:t>
            </a:r>
          </a:p>
        </p:txBody>
      </p:sp>
      <p:pic>
        <p:nvPicPr>
          <p:cNvPr id="3" name="Immagine 2">
            <a:extLst>
              <a:ext uri="{FF2B5EF4-FFF2-40B4-BE49-F238E27FC236}">
                <a16:creationId xmlns:a16="http://schemas.microsoft.com/office/drawing/2014/main" id="{06B0BC96-4C47-7D09-A6E3-AD0B99896FD6}"/>
              </a:ext>
            </a:extLst>
          </p:cNvPr>
          <p:cNvPicPr>
            <a:picLocks noChangeAspect="1"/>
          </p:cNvPicPr>
          <p:nvPr/>
        </p:nvPicPr>
        <p:blipFill rotWithShape="1">
          <a:blip r:embed="rId2"/>
          <a:srcRect t="-330" r="50000" b="-1"/>
          <a:stretch/>
        </p:blipFill>
        <p:spPr>
          <a:xfrm>
            <a:off x="4572000" y="905814"/>
            <a:ext cx="4284617" cy="3535423"/>
          </a:xfrm>
          <a:prstGeom prst="rect">
            <a:avLst/>
          </a:prstGeom>
        </p:spPr>
      </p:pic>
    </p:spTree>
    <p:extLst>
      <p:ext uri="{BB962C8B-B14F-4D97-AF65-F5344CB8AC3E}">
        <p14:creationId xmlns:p14="http://schemas.microsoft.com/office/powerpoint/2010/main" val="21897643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8E1FF012-EDD5-52CD-D8AA-D178C83E78A9}"/>
              </a:ext>
            </a:extLst>
          </p:cNvPr>
          <p:cNvSpPr>
            <a:spLocks noGrp="1"/>
          </p:cNvSpPr>
          <p:nvPr>
            <p:ph type="title"/>
          </p:nvPr>
        </p:nvSpPr>
        <p:spPr>
          <a:xfrm>
            <a:off x="191729" y="121830"/>
            <a:ext cx="7581985" cy="783984"/>
          </a:xfrm>
        </p:spPr>
        <p:txBody>
          <a:bodyPr/>
          <a:lstStyle/>
          <a:p>
            <a:r>
              <a:rPr lang="it-IT" dirty="0"/>
              <a:t>Statistica Descrittiva  </a:t>
            </a:r>
            <a:r>
              <a:rPr lang="it-IT" sz="2800" i="1" dirty="0" err="1"/>
              <a:t>Boxplot</a:t>
            </a:r>
            <a:endParaRPr lang="it-IT" i="1" dirty="0"/>
          </a:p>
        </p:txBody>
      </p:sp>
      <p:sp>
        <p:nvSpPr>
          <p:cNvPr id="10" name="Sottotitolo 9">
            <a:extLst>
              <a:ext uri="{FF2B5EF4-FFF2-40B4-BE49-F238E27FC236}">
                <a16:creationId xmlns:a16="http://schemas.microsoft.com/office/drawing/2014/main" id="{B55C654C-552A-73AC-B09E-35266E9A73AF}"/>
              </a:ext>
            </a:extLst>
          </p:cNvPr>
          <p:cNvSpPr>
            <a:spLocks noGrp="1"/>
          </p:cNvSpPr>
          <p:nvPr>
            <p:ph type="subTitle" idx="1"/>
          </p:nvPr>
        </p:nvSpPr>
        <p:spPr>
          <a:xfrm>
            <a:off x="0" y="770043"/>
            <a:ext cx="5150186" cy="3853542"/>
          </a:xfrm>
        </p:spPr>
        <p:txBody>
          <a:bodyPr/>
          <a:lstStyle/>
          <a:p>
            <a:pPr>
              <a:buFont typeface="Arial" panose="020B0604020202020204" pitchFamily="34" charset="0"/>
              <a:buChar char="•"/>
            </a:pPr>
            <a:r>
              <a:rPr lang="it-IT" sz="1400" dirty="0"/>
              <a:t>Il </a:t>
            </a:r>
            <a:r>
              <a:rPr lang="it-IT" sz="1400" dirty="0" err="1"/>
              <a:t>boxplot</a:t>
            </a:r>
            <a:r>
              <a:rPr lang="it-IT" sz="1400" dirty="0"/>
              <a:t> mostra la mediana dell'</a:t>
            </a:r>
            <a:r>
              <a:rPr lang="it-IT" sz="1400" b="1" dirty="0"/>
              <a:t>accuratezza</a:t>
            </a:r>
            <a:r>
              <a:rPr lang="it-IT" sz="1400" dirty="0"/>
              <a:t> vicino a 0.85.</a:t>
            </a:r>
          </a:p>
          <a:p>
            <a:pPr>
              <a:buFont typeface="Arial" panose="020B0604020202020204" pitchFamily="34" charset="0"/>
              <a:buChar char="•"/>
            </a:pPr>
            <a:r>
              <a:rPr lang="it-IT" sz="1400" dirty="0"/>
              <a:t>L’</a:t>
            </a:r>
            <a:r>
              <a:rPr lang="it-IT" sz="1400" dirty="0" err="1"/>
              <a:t>outlier</a:t>
            </a:r>
            <a:r>
              <a:rPr lang="it-IT" sz="1400" dirty="0"/>
              <a:t> rappresenta un valore di accuratezza discreto (circa 0.78), indicando che una delle iterazioni ha prodotto un risultato inferiore rispetto alle altre.</a:t>
            </a:r>
          </a:p>
          <a:p>
            <a:r>
              <a:rPr lang="it-IT" sz="1400" b="1" dirty="0"/>
              <a:t>Conclusione:</a:t>
            </a:r>
            <a:endParaRPr lang="it-IT" sz="1400" dirty="0"/>
          </a:p>
          <a:p>
            <a:pPr>
              <a:buFont typeface="Arial" panose="020B0604020202020204" pitchFamily="34" charset="0"/>
              <a:buChar char="•"/>
            </a:pPr>
            <a:r>
              <a:rPr lang="it-IT" sz="1400" dirty="0"/>
              <a:t>La maggior parte delle accuratezze è concentrata tra 0.83 e 0.88, indicando che il modello è abbastanza </a:t>
            </a:r>
            <a:r>
              <a:rPr lang="it-IT" sz="1400" b="1" dirty="0"/>
              <a:t>stabile</a:t>
            </a:r>
            <a:r>
              <a:rPr lang="it-IT" sz="1400" dirty="0"/>
              <a:t> e le sue prestazioni sono generalmente consistenti.</a:t>
            </a:r>
          </a:p>
          <a:p>
            <a:pPr>
              <a:buFont typeface="Arial" panose="020B0604020202020204" pitchFamily="34" charset="0"/>
              <a:buChar char="•"/>
            </a:pPr>
            <a:r>
              <a:rPr lang="it-IT" sz="1400" dirty="0"/>
              <a:t>L'</a:t>
            </a:r>
            <a:r>
              <a:rPr lang="it-IT" sz="1400" dirty="0" err="1"/>
              <a:t>outlier</a:t>
            </a:r>
            <a:r>
              <a:rPr lang="it-IT" sz="1400" dirty="0"/>
              <a:t> suggerisce che in una delle iterazioni, il modello ha performato meno rispetto alle altre, ma questo è un caso isolato</a:t>
            </a:r>
          </a:p>
        </p:txBody>
      </p:sp>
      <p:pic>
        <p:nvPicPr>
          <p:cNvPr id="3" name="Immagine 2">
            <a:extLst>
              <a:ext uri="{FF2B5EF4-FFF2-40B4-BE49-F238E27FC236}">
                <a16:creationId xmlns:a16="http://schemas.microsoft.com/office/drawing/2014/main" id="{06B0BC96-4C47-7D09-A6E3-AD0B99896FD6}"/>
              </a:ext>
            </a:extLst>
          </p:cNvPr>
          <p:cNvPicPr>
            <a:picLocks noChangeAspect="1"/>
          </p:cNvPicPr>
          <p:nvPr/>
        </p:nvPicPr>
        <p:blipFill rotWithShape="1">
          <a:blip r:embed="rId2"/>
          <a:srcRect l="51143" t="-330" b="-1"/>
          <a:stretch/>
        </p:blipFill>
        <p:spPr>
          <a:xfrm>
            <a:off x="5130285" y="926708"/>
            <a:ext cx="3896150" cy="3290084"/>
          </a:xfrm>
          <a:prstGeom prst="rect">
            <a:avLst/>
          </a:prstGeom>
        </p:spPr>
      </p:pic>
    </p:spTree>
    <p:extLst>
      <p:ext uri="{BB962C8B-B14F-4D97-AF65-F5344CB8AC3E}">
        <p14:creationId xmlns:p14="http://schemas.microsoft.com/office/powerpoint/2010/main" val="14151941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8E1FF012-EDD5-52CD-D8AA-D178C83E78A9}"/>
              </a:ext>
            </a:extLst>
          </p:cNvPr>
          <p:cNvSpPr>
            <a:spLocks noGrp="1"/>
          </p:cNvSpPr>
          <p:nvPr>
            <p:ph type="title"/>
          </p:nvPr>
        </p:nvSpPr>
        <p:spPr>
          <a:xfrm>
            <a:off x="457200" y="198964"/>
            <a:ext cx="8638762" cy="1343476"/>
          </a:xfrm>
        </p:spPr>
        <p:txBody>
          <a:bodyPr/>
          <a:lstStyle/>
          <a:p>
            <a:r>
              <a:rPr lang="it-IT" dirty="0"/>
              <a:t>Statistica Descrittiva  </a:t>
            </a:r>
            <a:br>
              <a:rPr lang="it-IT" dirty="0"/>
            </a:br>
            <a:r>
              <a:rPr lang="it-IT" sz="2800" i="1" dirty="0"/>
              <a:t>Istogramma e </a:t>
            </a:r>
            <a:r>
              <a:rPr lang="it-IT" sz="2800" i="1" dirty="0" err="1"/>
              <a:t>Boxplot</a:t>
            </a:r>
            <a:endParaRPr lang="it-IT" i="1" dirty="0"/>
          </a:p>
        </p:txBody>
      </p:sp>
      <p:sp>
        <p:nvSpPr>
          <p:cNvPr id="10" name="Sottotitolo 9">
            <a:extLst>
              <a:ext uri="{FF2B5EF4-FFF2-40B4-BE49-F238E27FC236}">
                <a16:creationId xmlns:a16="http://schemas.microsoft.com/office/drawing/2014/main" id="{B55C654C-552A-73AC-B09E-35266E9A73AF}"/>
              </a:ext>
            </a:extLst>
          </p:cNvPr>
          <p:cNvSpPr>
            <a:spLocks noGrp="1"/>
          </p:cNvSpPr>
          <p:nvPr>
            <p:ph type="subTitle" idx="1"/>
          </p:nvPr>
        </p:nvSpPr>
        <p:spPr>
          <a:xfrm>
            <a:off x="457200" y="1218032"/>
            <a:ext cx="8373291" cy="2707435"/>
          </a:xfrm>
        </p:spPr>
        <p:txBody>
          <a:bodyPr/>
          <a:lstStyle/>
          <a:p>
            <a:pPr>
              <a:buFont typeface="Arial" panose="020B0604020202020204" pitchFamily="34" charset="0"/>
              <a:buChar char="•"/>
            </a:pPr>
            <a:r>
              <a:rPr lang="it-IT" dirty="0"/>
              <a:t>L'analisi combinata della distribuzione delle accuratezze e del </a:t>
            </a:r>
            <a:r>
              <a:rPr lang="it-IT" dirty="0" err="1"/>
              <a:t>boxplot</a:t>
            </a:r>
            <a:r>
              <a:rPr lang="it-IT" dirty="0"/>
              <a:t> suggerisce che il modello SVM ha una </a:t>
            </a:r>
            <a:r>
              <a:rPr lang="it-IT" b="1" dirty="0"/>
              <a:t>buona</a:t>
            </a:r>
            <a:r>
              <a:rPr lang="it-IT" dirty="0"/>
              <a:t> stabilità e consistenza nelle sue prestazioni, con la maggior parte delle accuratezze comprese tra </a:t>
            </a:r>
            <a:r>
              <a:rPr lang="it-IT" b="1" dirty="0"/>
              <a:t>0.83</a:t>
            </a:r>
            <a:r>
              <a:rPr lang="it-IT" dirty="0"/>
              <a:t> e </a:t>
            </a:r>
            <a:r>
              <a:rPr lang="it-IT" b="1" dirty="0"/>
              <a:t>0.88</a:t>
            </a:r>
            <a:r>
              <a:rPr lang="it-IT" dirty="0"/>
              <a:t>. </a:t>
            </a:r>
          </a:p>
          <a:p>
            <a:pPr>
              <a:buFont typeface="Arial" panose="020B0604020202020204" pitchFamily="34" charset="0"/>
              <a:buChar char="•"/>
            </a:pPr>
            <a:r>
              <a:rPr lang="it-IT" dirty="0"/>
              <a:t>L'</a:t>
            </a:r>
            <a:r>
              <a:rPr lang="it-IT" dirty="0" err="1"/>
              <a:t>outlier</a:t>
            </a:r>
            <a:r>
              <a:rPr lang="it-IT" dirty="0"/>
              <a:t> suggerisce che in una delle iterazioni, il modello ha performato meno rispetto alle altre, ma questo è un caso isolato.</a:t>
            </a:r>
          </a:p>
          <a:p>
            <a:pPr>
              <a:buFont typeface="Arial" panose="020B0604020202020204" pitchFamily="34" charset="0"/>
              <a:buChar char="•"/>
            </a:pPr>
            <a:r>
              <a:rPr lang="it-IT" dirty="0"/>
              <a:t>Nel complesso, il modello dimostra </a:t>
            </a:r>
            <a:r>
              <a:rPr lang="it-IT" b="1" dirty="0"/>
              <a:t>buone capacità predittive</a:t>
            </a:r>
            <a:r>
              <a:rPr lang="it-IT" dirty="0"/>
              <a:t>, con la media delle accuratezze che indica una </a:t>
            </a:r>
            <a:r>
              <a:rPr lang="it-IT" b="1" dirty="0"/>
              <a:t>performance solida.</a:t>
            </a:r>
          </a:p>
        </p:txBody>
      </p:sp>
      <p:pic>
        <p:nvPicPr>
          <p:cNvPr id="6" name="Immagine 5">
            <a:extLst>
              <a:ext uri="{FF2B5EF4-FFF2-40B4-BE49-F238E27FC236}">
                <a16:creationId xmlns:a16="http://schemas.microsoft.com/office/drawing/2014/main" id="{D29F5061-7577-A46D-4582-DFA0A4A8ABDC}"/>
              </a:ext>
            </a:extLst>
          </p:cNvPr>
          <p:cNvPicPr>
            <a:picLocks noChangeAspect="1"/>
          </p:cNvPicPr>
          <p:nvPr/>
        </p:nvPicPr>
        <p:blipFill>
          <a:blip r:embed="rId2"/>
          <a:stretch>
            <a:fillRect/>
          </a:stretch>
        </p:blipFill>
        <p:spPr>
          <a:xfrm>
            <a:off x="1423720" y="3783954"/>
            <a:ext cx="6296560" cy="633812"/>
          </a:xfrm>
          <a:prstGeom prst="rect">
            <a:avLst/>
          </a:prstGeom>
        </p:spPr>
      </p:pic>
    </p:spTree>
    <p:extLst>
      <p:ext uri="{BB962C8B-B14F-4D97-AF65-F5344CB8AC3E}">
        <p14:creationId xmlns:p14="http://schemas.microsoft.com/office/powerpoint/2010/main" val="31806557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8E1FF012-EDD5-52CD-D8AA-D178C83E78A9}"/>
              </a:ext>
            </a:extLst>
          </p:cNvPr>
          <p:cNvSpPr>
            <a:spLocks noGrp="1"/>
          </p:cNvSpPr>
          <p:nvPr>
            <p:ph type="title"/>
          </p:nvPr>
        </p:nvSpPr>
        <p:spPr>
          <a:xfrm>
            <a:off x="380805" y="-93226"/>
            <a:ext cx="8952271" cy="1388341"/>
          </a:xfrm>
        </p:spPr>
        <p:txBody>
          <a:bodyPr/>
          <a:lstStyle/>
          <a:p>
            <a:r>
              <a:rPr lang="it-IT" sz="3600" dirty="0"/>
              <a:t>Analisi delle Curve di Apprendimento </a:t>
            </a:r>
            <a:r>
              <a:rPr lang="it-IT" sz="2000" i="1" dirty="0"/>
              <a:t>(Learning </a:t>
            </a:r>
            <a:r>
              <a:rPr lang="it-IT" sz="2000" i="1" dirty="0" err="1"/>
              <a:t>Curves</a:t>
            </a:r>
            <a:r>
              <a:rPr lang="it-IT" sz="2000" i="1" dirty="0"/>
              <a:t>)</a:t>
            </a:r>
            <a:endParaRPr lang="it-IT" sz="3600" i="1" dirty="0"/>
          </a:p>
        </p:txBody>
      </p:sp>
      <p:sp>
        <p:nvSpPr>
          <p:cNvPr id="10" name="Sottotitolo 9">
            <a:extLst>
              <a:ext uri="{FF2B5EF4-FFF2-40B4-BE49-F238E27FC236}">
                <a16:creationId xmlns:a16="http://schemas.microsoft.com/office/drawing/2014/main" id="{B55C654C-552A-73AC-B09E-35266E9A73AF}"/>
              </a:ext>
            </a:extLst>
          </p:cNvPr>
          <p:cNvSpPr>
            <a:spLocks noGrp="1"/>
          </p:cNvSpPr>
          <p:nvPr>
            <p:ph type="subTitle" idx="1"/>
          </p:nvPr>
        </p:nvSpPr>
        <p:spPr>
          <a:xfrm>
            <a:off x="0" y="1295115"/>
            <a:ext cx="4572000" cy="3444224"/>
          </a:xfrm>
        </p:spPr>
        <p:txBody>
          <a:bodyPr/>
          <a:lstStyle/>
          <a:p>
            <a:pPr>
              <a:buFont typeface="Arial" panose="020B0604020202020204" pitchFamily="34" charset="0"/>
              <a:buChar char="•"/>
            </a:pPr>
            <a:r>
              <a:rPr lang="it-IT" dirty="0"/>
              <a:t>Per capire meglio il </a:t>
            </a:r>
            <a:r>
              <a:rPr lang="it-IT" b="1" dirty="0"/>
              <a:t>comportamento</a:t>
            </a:r>
            <a:r>
              <a:rPr lang="it-IT" dirty="0"/>
              <a:t> del modello, vado ad analizzare le curve di apprendimento.</a:t>
            </a:r>
          </a:p>
          <a:p>
            <a:pPr>
              <a:buFont typeface="Arial" panose="020B0604020202020204" pitchFamily="34" charset="0"/>
              <a:buChar char="•"/>
            </a:pPr>
            <a:endParaRPr lang="it-IT" dirty="0"/>
          </a:p>
          <a:p>
            <a:pPr>
              <a:buFont typeface="Arial" panose="020B0604020202020204" pitchFamily="34" charset="0"/>
              <a:buChar char="•"/>
            </a:pPr>
            <a:r>
              <a:rPr lang="it-IT" dirty="0"/>
              <a:t>Le curve di apprendimento sono strumenti utili per comprendere le </a:t>
            </a:r>
            <a:r>
              <a:rPr lang="it-IT" b="1" dirty="0"/>
              <a:t>prestazioni</a:t>
            </a:r>
            <a:r>
              <a:rPr lang="it-IT" dirty="0"/>
              <a:t> di un modello in relazione alla quantità di </a:t>
            </a:r>
            <a:r>
              <a:rPr lang="it-IT" b="1" dirty="0"/>
              <a:t>dati di addestramento </a:t>
            </a:r>
            <a:r>
              <a:rPr lang="it-IT" dirty="0"/>
              <a:t>disponibili. Queste curve mostrano come il modello migliora (o peggiora) le sue performance man mano che aumenta il numero di esempi di addestramento.</a:t>
            </a:r>
          </a:p>
          <a:p>
            <a:pPr>
              <a:buFont typeface="Arial" panose="020B0604020202020204" pitchFamily="34" charset="0"/>
              <a:buChar char="•"/>
            </a:pPr>
            <a:endParaRPr lang="it-IT" dirty="0"/>
          </a:p>
        </p:txBody>
      </p:sp>
      <p:pic>
        <p:nvPicPr>
          <p:cNvPr id="4" name="Immagine 3">
            <a:extLst>
              <a:ext uri="{FF2B5EF4-FFF2-40B4-BE49-F238E27FC236}">
                <a16:creationId xmlns:a16="http://schemas.microsoft.com/office/drawing/2014/main" id="{58B3F767-8A58-F504-2E21-6EA0A03C67CC}"/>
              </a:ext>
            </a:extLst>
          </p:cNvPr>
          <p:cNvPicPr>
            <a:picLocks noChangeAspect="1"/>
          </p:cNvPicPr>
          <p:nvPr/>
        </p:nvPicPr>
        <p:blipFill>
          <a:blip r:embed="rId2"/>
          <a:stretch>
            <a:fillRect/>
          </a:stretch>
        </p:blipFill>
        <p:spPr>
          <a:xfrm>
            <a:off x="4572000" y="1295115"/>
            <a:ext cx="4057148" cy="2877264"/>
          </a:xfrm>
          <a:prstGeom prst="rect">
            <a:avLst/>
          </a:prstGeom>
        </p:spPr>
      </p:pic>
    </p:spTree>
    <p:extLst>
      <p:ext uri="{BB962C8B-B14F-4D97-AF65-F5344CB8AC3E}">
        <p14:creationId xmlns:p14="http://schemas.microsoft.com/office/powerpoint/2010/main" val="40484608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8E1FF012-EDD5-52CD-D8AA-D178C83E78A9}"/>
              </a:ext>
            </a:extLst>
          </p:cNvPr>
          <p:cNvSpPr>
            <a:spLocks noGrp="1"/>
          </p:cNvSpPr>
          <p:nvPr>
            <p:ph type="title"/>
          </p:nvPr>
        </p:nvSpPr>
        <p:spPr>
          <a:xfrm>
            <a:off x="363668" y="140677"/>
            <a:ext cx="8952271" cy="1310187"/>
          </a:xfrm>
        </p:spPr>
        <p:txBody>
          <a:bodyPr/>
          <a:lstStyle/>
          <a:p>
            <a:r>
              <a:rPr lang="it-IT" dirty="0"/>
              <a:t>Analisi delle Curve di Apprendimento </a:t>
            </a:r>
            <a:r>
              <a:rPr lang="it-IT" sz="2400" dirty="0"/>
              <a:t>(Learning </a:t>
            </a:r>
            <a:r>
              <a:rPr lang="it-IT" sz="2400" dirty="0" err="1"/>
              <a:t>Curves</a:t>
            </a:r>
            <a:r>
              <a:rPr lang="it-IT" sz="2400" dirty="0"/>
              <a:t>)</a:t>
            </a:r>
            <a:endParaRPr lang="it-IT" i="1" dirty="0"/>
          </a:p>
        </p:txBody>
      </p:sp>
      <p:sp>
        <p:nvSpPr>
          <p:cNvPr id="10" name="Sottotitolo 9">
            <a:extLst>
              <a:ext uri="{FF2B5EF4-FFF2-40B4-BE49-F238E27FC236}">
                <a16:creationId xmlns:a16="http://schemas.microsoft.com/office/drawing/2014/main" id="{B55C654C-552A-73AC-B09E-35266E9A73AF}"/>
              </a:ext>
            </a:extLst>
          </p:cNvPr>
          <p:cNvSpPr>
            <a:spLocks noGrp="1"/>
          </p:cNvSpPr>
          <p:nvPr>
            <p:ph type="subTitle" idx="1"/>
          </p:nvPr>
        </p:nvSpPr>
        <p:spPr>
          <a:xfrm>
            <a:off x="254252" y="1177884"/>
            <a:ext cx="7536733" cy="3444224"/>
          </a:xfrm>
        </p:spPr>
        <p:txBody>
          <a:bodyPr/>
          <a:lstStyle/>
          <a:p>
            <a:pPr>
              <a:buFont typeface="Arial" panose="020B0604020202020204" pitchFamily="34" charset="0"/>
              <a:buChar char="•"/>
            </a:pPr>
            <a:endParaRPr lang="it-IT" dirty="0"/>
          </a:p>
          <a:p>
            <a:pPr>
              <a:buFont typeface="Arial" panose="020B0604020202020204" pitchFamily="34" charset="0"/>
              <a:buChar char="•"/>
            </a:pPr>
            <a:r>
              <a:rPr lang="it-IT" b="1" dirty="0" err="1"/>
              <a:t>Underfitting</a:t>
            </a:r>
            <a:r>
              <a:rPr lang="it-IT" b="1" dirty="0"/>
              <a:t> Iniziale</a:t>
            </a:r>
            <a:r>
              <a:rPr lang="it-IT" dirty="0"/>
              <a:t>: Con pochi esempi di addestramento, il modello mostra un punteggio basso sia sul set di addestramento che su quello di validazione, indicando </a:t>
            </a:r>
            <a:r>
              <a:rPr lang="it-IT" dirty="0" err="1"/>
              <a:t>underfitting</a:t>
            </a:r>
            <a:r>
              <a:rPr lang="it-IT" dirty="0"/>
              <a:t>.</a:t>
            </a:r>
          </a:p>
          <a:p>
            <a:pPr>
              <a:buFont typeface="Arial" panose="020B0604020202020204" pitchFamily="34" charset="0"/>
              <a:buChar char="•"/>
            </a:pPr>
            <a:r>
              <a:rPr lang="it-IT" b="1" dirty="0"/>
              <a:t>Miglioramento con Più Dati</a:t>
            </a:r>
            <a:r>
              <a:rPr lang="it-IT" dirty="0"/>
              <a:t>: Man mano che vengono aggiunti più esempi di addestramento, le performance del modello migliorano sia sul set di addestramento che su quello di validazione, riducendo l'</a:t>
            </a:r>
            <a:r>
              <a:rPr lang="it-IT" dirty="0" err="1"/>
              <a:t>underfitting</a:t>
            </a:r>
            <a:r>
              <a:rPr lang="it-IT" dirty="0"/>
              <a:t>.</a:t>
            </a:r>
          </a:p>
          <a:p>
            <a:pPr>
              <a:buFont typeface="Arial" panose="020B0604020202020204" pitchFamily="34" charset="0"/>
              <a:buChar char="•"/>
            </a:pPr>
            <a:r>
              <a:rPr lang="it-IT" b="1" dirty="0"/>
              <a:t>Buona Generalizzazione</a:t>
            </a:r>
            <a:r>
              <a:rPr lang="it-IT" dirty="0"/>
              <a:t>: Le curve di addestramento e validazione che si avvicinano indicano che il modello ha una </a:t>
            </a:r>
            <a:r>
              <a:rPr lang="it-IT" b="1" dirty="0"/>
              <a:t>buona</a:t>
            </a:r>
            <a:r>
              <a:rPr lang="it-IT" dirty="0"/>
              <a:t> capacità di generalizzazione quando viene addestrato con un numero sufficiente di dati.</a:t>
            </a:r>
          </a:p>
        </p:txBody>
      </p:sp>
      <p:pic>
        <p:nvPicPr>
          <p:cNvPr id="2" name="Immagine 1">
            <a:extLst>
              <a:ext uri="{FF2B5EF4-FFF2-40B4-BE49-F238E27FC236}">
                <a16:creationId xmlns:a16="http://schemas.microsoft.com/office/drawing/2014/main" id="{0A4675F4-F45F-26FD-05EC-039D0228B4BC}"/>
              </a:ext>
            </a:extLst>
          </p:cNvPr>
          <p:cNvPicPr>
            <a:picLocks noChangeAspect="1"/>
          </p:cNvPicPr>
          <p:nvPr/>
        </p:nvPicPr>
        <p:blipFill>
          <a:blip r:embed="rId2"/>
          <a:stretch>
            <a:fillRect/>
          </a:stretch>
        </p:blipFill>
        <p:spPr>
          <a:xfrm>
            <a:off x="8189329" y="2244462"/>
            <a:ext cx="1225402" cy="2377646"/>
          </a:xfrm>
          <a:prstGeom prst="rect">
            <a:avLst/>
          </a:prstGeom>
        </p:spPr>
      </p:pic>
    </p:spTree>
    <p:extLst>
      <p:ext uri="{BB962C8B-B14F-4D97-AF65-F5344CB8AC3E}">
        <p14:creationId xmlns:p14="http://schemas.microsoft.com/office/powerpoint/2010/main" val="804054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8E1FF012-EDD5-52CD-D8AA-D178C83E78A9}"/>
              </a:ext>
            </a:extLst>
          </p:cNvPr>
          <p:cNvSpPr>
            <a:spLocks noGrp="1"/>
          </p:cNvSpPr>
          <p:nvPr>
            <p:ph type="title"/>
          </p:nvPr>
        </p:nvSpPr>
        <p:spPr>
          <a:xfrm>
            <a:off x="2850594" y="142549"/>
            <a:ext cx="3007513" cy="783984"/>
          </a:xfrm>
        </p:spPr>
        <p:txBody>
          <a:bodyPr/>
          <a:lstStyle/>
          <a:p>
            <a:r>
              <a:rPr lang="it-IT" dirty="0"/>
              <a:t>Conclusioni</a:t>
            </a:r>
          </a:p>
        </p:txBody>
      </p:sp>
      <p:sp>
        <p:nvSpPr>
          <p:cNvPr id="11" name="Google Shape;396;p33">
            <a:extLst>
              <a:ext uri="{FF2B5EF4-FFF2-40B4-BE49-F238E27FC236}">
                <a16:creationId xmlns:a16="http://schemas.microsoft.com/office/drawing/2014/main" id="{B6424CE0-3411-6E3D-1645-E2024EC444FA}"/>
              </a:ext>
            </a:extLst>
          </p:cNvPr>
          <p:cNvSpPr txBox="1">
            <a:spLocks/>
          </p:cNvSpPr>
          <p:nvPr/>
        </p:nvSpPr>
        <p:spPr>
          <a:xfrm>
            <a:off x="98906" y="827782"/>
            <a:ext cx="8946187" cy="460769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lbert Sans"/>
              <a:buNone/>
              <a:defRPr sz="1600" b="0" i="0" u="none" strike="noStrike" cap="none">
                <a:solidFill>
                  <a:schemeClr val="dk1"/>
                </a:solidFill>
                <a:latin typeface="Albert Sans"/>
                <a:ea typeface="Albert Sans"/>
                <a:cs typeface="Albert Sans"/>
                <a:sym typeface="Albert Sans"/>
              </a:defRPr>
            </a:lvl1pPr>
            <a:lvl2pPr marL="914400" marR="0" lvl="1"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2pPr>
            <a:lvl3pPr marL="1371600" marR="0" lvl="2"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3pPr>
            <a:lvl4pPr marL="1828800" marR="0" lvl="3"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4pPr>
            <a:lvl5pPr marL="2286000" marR="0" lvl="4"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5pPr>
            <a:lvl6pPr marL="2743200" marR="0" lvl="5"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6pPr>
            <a:lvl7pPr marL="3200400" marR="0" lvl="6"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7pPr>
            <a:lvl8pPr marL="3657600" marR="0" lvl="7"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8pPr>
            <a:lvl9pPr marL="4114800" marR="0" lvl="8"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9pPr>
          </a:lstStyle>
          <a:p>
            <a:pPr marL="0" indent="0"/>
            <a:endParaRPr lang="it-IT" dirty="0"/>
          </a:p>
          <a:p>
            <a:pPr marL="285750" indent="-285750">
              <a:buFont typeface="Arial" panose="020B0604020202020204" pitchFamily="34" charset="0"/>
              <a:buChar char="•"/>
            </a:pPr>
            <a:r>
              <a:rPr lang="it-IT" sz="1500" dirty="0"/>
              <a:t>Il progetto ha permesso di esplorare vari aspetti dell'</a:t>
            </a:r>
            <a:r>
              <a:rPr lang="it-IT" sz="1500" b="1" dirty="0"/>
              <a:t>analisi</a:t>
            </a:r>
            <a:r>
              <a:rPr lang="it-IT" sz="1500" dirty="0"/>
              <a:t> dei dati, dalla </a:t>
            </a:r>
            <a:r>
              <a:rPr lang="it-IT" sz="1500" b="1" dirty="0"/>
              <a:t>pulizia</a:t>
            </a:r>
            <a:r>
              <a:rPr lang="it-IT" sz="1500" dirty="0"/>
              <a:t> dei dati alla </a:t>
            </a:r>
            <a:r>
              <a:rPr lang="it-IT" sz="1500" b="1" dirty="0"/>
              <a:t>valutazione</a:t>
            </a:r>
            <a:r>
              <a:rPr lang="it-IT" sz="1500" dirty="0"/>
              <a:t> dei modelli di machine learning. Abbiamo utilizzato tecniche di </a:t>
            </a:r>
            <a:r>
              <a:rPr lang="it-IT" sz="1500" b="1" dirty="0"/>
              <a:t>regressione</a:t>
            </a:r>
            <a:r>
              <a:rPr lang="it-IT" sz="1500" dirty="0"/>
              <a:t> e </a:t>
            </a:r>
            <a:r>
              <a:rPr lang="it-IT" sz="1500" b="1" dirty="0"/>
              <a:t>classificazione</a:t>
            </a:r>
            <a:r>
              <a:rPr lang="it-IT" sz="1500" dirty="0"/>
              <a:t>, ottimizzando i modelli tramite la </a:t>
            </a:r>
            <a:r>
              <a:rPr lang="it-IT" sz="1500" b="1" dirty="0"/>
              <a:t>ricerca degli </a:t>
            </a:r>
            <a:r>
              <a:rPr lang="it-IT" sz="1500" b="1" dirty="0" err="1"/>
              <a:t>iperparametri</a:t>
            </a:r>
            <a:r>
              <a:rPr lang="it-IT" sz="1500" dirty="0"/>
              <a:t> e valutando la robustezza delle nostre previsioni attraverso la ripetizione delle fasi di addestramento e testing.</a:t>
            </a:r>
          </a:p>
          <a:p>
            <a:pPr marL="285750" indent="-285750">
              <a:buFont typeface="Arial" panose="020B0604020202020204" pitchFamily="34" charset="0"/>
              <a:buChar char="•"/>
            </a:pPr>
            <a:endParaRPr lang="it-IT" sz="1500" dirty="0"/>
          </a:p>
          <a:p>
            <a:pPr marL="285750" indent="-285750">
              <a:buFont typeface="Arial" panose="020B0604020202020204" pitchFamily="34" charset="0"/>
              <a:buChar char="•"/>
            </a:pPr>
            <a:r>
              <a:rPr lang="it-IT" sz="1500" dirty="0"/>
              <a:t>Durante la fase di </a:t>
            </a:r>
            <a:r>
              <a:rPr lang="it-IT" sz="1500" dirty="0" err="1"/>
              <a:t>pre</a:t>
            </a:r>
            <a:r>
              <a:rPr lang="it-IT" sz="1500" dirty="0"/>
              <a:t>-processing, abbiamo assicurato la qualità e l'integrità dei dati rimuovendo i valori mancanti e non rilevanti. </a:t>
            </a:r>
            <a:r>
              <a:rPr lang="it-IT" sz="1500" b="1" dirty="0"/>
              <a:t>L'analisi esplorativa dei dati (EDA) </a:t>
            </a:r>
            <a:r>
              <a:rPr lang="it-IT" sz="1500" dirty="0"/>
              <a:t>ha rivelato importanti correlazioni, come quella tra la produzione di elettricità da combustibili fossili e le emissioni di CO2, e tra l'elettricità a basse emissioni di carbonio e la quota di energia rinnovabile.</a:t>
            </a:r>
          </a:p>
          <a:p>
            <a:pPr marL="285750" indent="-285750">
              <a:buFont typeface="Arial" panose="020B0604020202020204" pitchFamily="34" charset="0"/>
              <a:buChar char="•"/>
            </a:pPr>
            <a:endParaRPr lang="it-IT" sz="1500" dirty="0"/>
          </a:p>
          <a:p>
            <a:pPr marL="285750" indent="-285750">
              <a:buFont typeface="Arial" panose="020B0604020202020204" pitchFamily="34" charset="0"/>
              <a:buChar char="•"/>
            </a:pPr>
            <a:r>
              <a:rPr lang="it-IT" sz="1500" dirty="0"/>
              <a:t>Abbiamo addestrato modelli di </a:t>
            </a:r>
            <a:r>
              <a:rPr lang="it-IT" sz="1500" b="1" dirty="0"/>
              <a:t>regressione lineare</a:t>
            </a:r>
            <a:r>
              <a:rPr lang="it-IT" sz="1500" dirty="0"/>
              <a:t> e </a:t>
            </a:r>
            <a:r>
              <a:rPr lang="it-IT" sz="1500" b="1" dirty="0"/>
              <a:t>classificazione</a:t>
            </a:r>
            <a:r>
              <a:rPr lang="it-IT" sz="1500" dirty="0"/>
              <a:t>, inclusi la </a:t>
            </a:r>
            <a:r>
              <a:rPr lang="it-IT" sz="1500" b="1" dirty="0"/>
              <a:t>regressione logistica </a:t>
            </a:r>
            <a:r>
              <a:rPr lang="it-IT" sz="1500" dirty="0"/>
              <a:t>e le macchine a vettori di supporto (SVM). L'SVM, dopo l'ottimizzazione degli </a:t>
            </a:r>
            <a:r>
              <a:rPr lang="it-IT" sz="1500" dirty="0" err="1"/>
              <a:t>iperparametri</a:t>
            </a:r>
            <a:r>
              <a:rPr lang="it-IT" sz="1500" dirty="0"/>
              <a:t>, ha mostrato una migliore accuratezza e capacità predittiva. La valutazione dei modelli ha indicato una buona capacità di generalizzazione con alte accuratezze e pochi errori di classificazione.</a:t>
            </a:r>
          </a:p>
        </p:txBody>
      </p:sp>
      <p:pic>
        <p:nvPicPr>
          <p:cNvPr id="3" name="Immagine 2">
            <a:extLst>
              <a:ext uri="{FF2B5EF4-FFF2-40B4-BE49-F238E27FC236}">
                <a16:creationId xmlns:a16="http://schemas.microsoft.com/office/drawing/2014/main" id="{03E8A1CF-A079-605D-7E86-4390A5E5996C}"/>
              </a:ext>
            </a:extLst>
          </p:cNvPr>
          <p:cNvPicPr>
            <a:picLocks noChangeAspect="1"/>
          </p:cNvPicPr>
          <p:nvPr/>
        </p:nvPicPr>
        <p:blipFill>
          <a:blip r:embed="rId2"/>
          <a:stretch>
            <a:fillRect/>
          </a:stretch>
        </p:blipFill>
        <p:spPr>
          <a:xfrm>
            <a:off x="5858107" y="142549"/>
            <a:ext cx="685233" cy="685233"/>
          </a:xfrm>
          <a:prstGeom prst="rect">
            <a:avLst/>
          </a:prstGeom>
        </p:spPr>
      </p:pic>
    </p:spTree>
    <p:extLst>
      <p:ext uri="{BB962C8B-B14F-4D97-AF65-F5344CB8AC3E}">
        <p14:creationId xmlns:p14="http://schemas.microsoft.com/office/powerpoint/2010/main" val="454626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8E1FF012-EDD5-52CD-D8AA-D178C83E78A9}"/>
              </a:ext>
            </a:extLst>
          </p:cNvPr>
          <p:cNvSpPr>
            <a:spLocks noGrp="1"/>
          </p:cNvSpPr>
          <p:nvPr>
            <p:ph type="title"/>
          </p:nvPr>
        </p:nvSpPr>
        <p:spPr>
          <a:xfrm>
            <a:off x="2850594" y="142549"/>
            <a:ext cx="3007513" cy="783984"/>
          </a:xfrm>
        </p:spPr>
        <p:txBody>
          <a:bodyPr/>
          <a:lstStyle/>
          <a:p>
            <a:r>
              <a:rPr lang="it-IT" dirty="0"/>
              <a:t>Conclusioni</a:t>
            </a:r>
          </a:p>
        </p:txBody>
      </p:sp>
      <p:sp>
        <p:nvSpPr>
          <p:cNvPr id="11" name="Google Shape;396;p33">
            <a:extLst>
              <a:ext uri="{FF2B5EF4-FFF2-40B4-BE49-F238E27FC236}">
                <a16:creationId xmlns:a16="http://schemas.microsoft.com/office/drawing/2014/main" id="{B6424CE0-3411-6E3D-1645-E2024EC444FA}"/>
              </a:ext>
            </a:extLst>
          </p:cNvPr>
          <p:cNvSpPr txBox="1">
            <a:spLocks/>
          </p:cNvSpPr>
          <p:nvPr/>
        </p:nvSpPr>
        <p:spPr>
          <a:xfrm>
            <a:off x="238331" y="534541"/>
            <a:ext cx="8448469" cy="192925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lbert Sans"/>
              <a:buNone/>
              <a:defRPr sz="1600" b="0" i="0" u="none" strike="noStrike" cap="none">
                <a:solidFill>
                  <a:schemeClr val="dk1"/>
                </a:solidFill>
                <a:latin typeface="Albert Sans"/>
                <a:ea typeface="Albert Sans"/>
                <a:cs typeface="Albert Sans"/>
                <a:sym typeface="Albert Sans"/>
              </a:defRPr>
            </a:lvl1pPr>
            <a:lvl2pPr marL="914400" marR="0" lvl="1"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2pPr>
            <a:lvl3pPr marL="1371600" marR="0" lvl="2"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3pPr>
            <a:lvl4pPr marL="1828800" marR="0" lvl="3"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4pPr>
            <a:lvl5pPr marL="2286000" marR="0" lvl="4"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5pPr>
            <a:lvl6pPr marL="2743200" marR="0" lvl="5"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6pPr>
            <a:lvl7pPr marL="3200400" marR="0" lvl="6"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7pPr>
            <a:lvl8pPr marL="3657600" marR="0" lvl="7"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8pPr>
            <a:lvl9pPr marL="4114800" marR="0" lvl="8"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9pPr>
          </a:lstStyle>
          <a:p>
            <a:pPr marL="0" indent="0"/>
            <a:endParaRPr lang="it-IT" dirty="0"/>
          </a:p>
          <a:p>
            <a:pPr marL="0" indent="0"/>
            <a:endParaRPr lang="it-IT" dirty="0"/>
          </a:p>
          <a:p>
            <a:pPr marL="285750" indent="-285750">
              <a:buFont typeface="Arial" panose="020B0604020202020204" pitchFamily="34" charset="0"/>
              <a:buChar char="•"/>
            </a:pPr>
            <a:r>
              <a:rPr lang="it-IT" dirty="0"/>
              <a:t>I risultati ottenuti indicano che le variabili legate all'</a:t>
            </a:r>
            <a:r>
              <a:rPr lang="it-IT" b="1" dirty="0"/>
              <a:t>energia</a:t>
            </a:r>
            <a:r>
              <a:rPr lang="it-IT" dirty="0"/>
              <a:t> </a:t>
            </a:r>
            <a:r>
              <a:rPr lang="it-IT" b="1" dirty="0"/>
              <a:t>sostenibile</a:t>
            </a:r>
            <a:r>
              <a:rPr lang="it-IT" dirty="0"/>
              <a:t> sono strettamente correlate con l'adozione di pratiche </a:t>
            </a:r>
            <a:r>
              <a:rPr lang="it-IT" b="1" dirty="0"/>
              <a:t>energetiche rinnovabili </a:t>
            </a:r>
            <a:r>
              <a:rPr lang="it-IT" dirty="0"/>
              <a:t>e l'accesso ai servizi energetici. L'</a:t>
            </a:r>
            <a:r>
              <a:rPr lang="it-IT" b="1" dirty="0"/>
              <a:t>analisi</a:t>
            </a:r>
            <a:r>
              <a:rPr lang="it-IT" dirty="0"/>
              <a:t> </a:t>
            </a:r>
            <a:r>
              <a:rPr lang="it-IT" b="1" dirty="0"/>
              <a:t>statistica</a:t>
            </a:r>
            <a:r>
              <a:rPr lang="it-IT" dirty="0"/>
              <a:t> ha confermato la stabilità e la consistenza delle performance del modello, evidenziando l'importanza della preparazione dei dati e dell'ottimizzazione dei modelli per ottenere previsioni accurate.</a:t>
            </a:r>
          </a:p>
          <a:p>
            <a:pPr marL="0" indent="0"/>
            <a:endParaRPr lang="it-IT" dirty="0"/>
          </a:p>
        </p:txBody>
      </p:sp>
      <p:pic>
        <p:nvPicPr>
          <p:cNvPr id="3" name="Immagine 2">
            <a:extLst>
              <a:ext uri="{FF2B5EF4-FFF2-40B4-BE49-F238E27FC236}">
                <a16:creationId xmlns:a16="http://schemas.microsoft.com/office/drawing/2014/main" id="{03E8A1CF-A079-605D-7E86-4390A5E5996C}"/>
              </a:ext>
            </a:extLst>
          </p:cNvPr>
          <p:cNvPicPr>
            <a:picLocks noChangeAspect="1"/>
          </p:cNvPicPr>
          <p:nvPr/>
        </p:nvPicPr>
        <p:blipFill>
          <a:blip r:embed="rId2"/>
          <a:stretch>
            <a:fillRect/>
          </a:stretch>
        </p:blipFill>
        <p:spPr>
          <a:xfrm>
            <a:off x="5872139" y="142549"/>
            <a:ext cx="680411" cy="680411"/>
          </a:xfrm>
          <a:prstGeom prst="rect">
            <a:avLst/>
          </a:prstGeom>
        </p:spPr>
      </p:pic>
      <p:pic>
        <p:nvPicPr>
          <p:cNvPr id="4" name="Immagine 3">
            <a:extLst>
              <a:ext uri="{FF2B5EF4-FFF2-40B4-BE49-F238E27FC236}">
                <a16:creationId xmlns:a16="http://schemas.microsoft.com/office/drawing/2014/main" id="{3B18EE76-F82B-9AFC-9AA9-3CB0620D7852}"/>
              </a:ext>
            </a:extLst>
          </p:cNvPr>
          <p:cNvPicPr>
            <a:picLocks noChangeAspect="1"/>
          </p:cNvPicPr>
          <p:nvPr/>
        </p:nvPicPr>
        <p:blipFill>
          <a:blip r:embed="rId3"/>
          <a:stretch>
            <a:fillRect/>
          </a:stretch>
        </p:blipFill>
        <p:spPr>
          <a:xfrm>
            <a:off x="6725611" y="3007392"/>
            <a:ext cx="2189789" cy="1665804"/>
          </a:xfrm>
          <a:prstGeom prst="rect">
            <a:avLst/>
          </a:prstGeom>
        </p:spPr>
      </p:pic>
      <p:sp>
        <p:nvSpPr>
          <p:cNvPr id="5" name="Google Shape;396;p33">
            <a:extLst>
              <a:ext uri="{FF2B5EF4-FFF2-40B4-BE49-F238E27FC236}">
                <a16:creationId xmlns:a16="http://schemas.microsoft.com/office/drawing/2014/main" id="{08390265-113D-C3A9-22C5-47093A586FEE}"/>
              </a:ext>
            </a:extLst>
          </p:cNvPr>
          <p:cNvSpPr txBox="1">
            <a:spLocks/>
          </p:cNvSpPr>
          <p:nvPr/>
        </p:nvSpPr>
        <p:spPr>
          <a:xfrm>
            <a:off x="238331" y="2350641"/>
            <a:ext cx="5989408" cy="192925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lbert Sans"/>
              <a:buNone/>
              <a:defRPr sz="1600" b="0" i="0" u="none" strike="noStrike" cap="none">
                <a:solidFill>
                  <a:schemeClr val="dk1"/>
                </a:solidFill>
                <a:latin typeface="Albert Sans"/>
                <a:ea typeface="Albert Sans"/>
                <a:cs typeface="Albert Sans"/>
                <a:sym typeface="Albert Sans"/>
              </a:defRPr>
            </a:lvl1pPr>
            <a:lvl2pPr marL="914400" marR="0" lvl="1"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2pPr>
            <a:lvl3pPr marL="1371600" marR="0" lvl="2"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3pPr>
            <a:lvl4pPr marL="1828800" marR="0" lvl="3"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4pPr>
            <a:lvl5pPr marL="2286000" marR="0" lvl="4"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5pPr>
            <a:lvl6pPr marL="2743200" marR="0" lvl="5"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6pPr>
            <a:lvl7pPr marL="3200400" marR="0" lvl="6"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7pPr>
            <a:lvl8pPr marL="3657600" marR="0" lvl="7"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8pPr>
            <a:lvl9pPr marL="4114800" marR="0" lvl="8" indent="-317500" algn="ctr" rtl="0">
              <a:lnSpc>
                <a:spcPct val="100000"/>
              </a:lnSpc>
              <a:spcBef>
                <a:spcPts val="0"/>
              </a:spcBef>
              <a:spcAft>
                <a:spcPts val="0"/>
              </a:spcAft>
              <a:buClr>
                <a:schemeClr val="dk1"/>
              </a:buClr>
              <a:buSzPts val="1400"/>
              <a:buFont typeface="Albert Sans"/>
              <a:buNone/>
              <a:defRPr sz="1400" b="0" i="0" u="none" strike="noStrike" cap="none">
                <a:solidFill>
                  <a:schemeClr val="dk1"/>
                </a:solidFill>
                <a:latin typeface="Albert Sans"/>
                <a:ea typeface="Albert Sans"/>
                <a:cs typeface="Albert Sans"/>
                <a:sym typeface="Albert Sans"/>
              </a:defRPr>
            </a:lvl9pPr>
          </a:lstStyle>
          <a:p>
            <a:pPr marL="285750" indent="-285750">
              <a:buFont typeface="Arial" panose="020B0604020202020204" pitchFamily="34" charset="0"/>
              <a:buChar char="•"/>
            </a:pPr>
            <a:endParaRPr lang="it-IT" dirty="0"/>
          </a:p>
          <a:p>
            <a:pPr marL="285750" indent="-285750">
              <a:buFont typeface="Arial" panose="020B0604020202020204" pitchFamily="34" charset="0"/>
              <a:buChar char="•"/>
            </a:pPr>
            <a:r>
              <a:rPr lang="it-IT" dirty="0"/>
              <a:t>Il progetto ha fornito un'analisi completa e dettagliata dell'</a:t>
            </a:r>
            <a:r>
              <a:rPr lang="it-IT" b="1" dirty="0"/>
              <a:t>energia</a:t>
            </a:r>
            <a:r>
              <a:rPr lang="it-IT" dirty="0"/>
              <a:t> </a:t>
            </a:r>
            <a:r>
              <a:rPr lang="it-IT" b="1" dirty="0"/>
              <a:t>sostenibile</a:t>
            </a:r>
            <a:r>
              <a:rPr lang="it-IT" dirty="0"/>
              <a:t> a livello globale, dimostrando l'efficacia delle tecniche di machine learning nel fornire preziose informazioni per l’ analisi di politiche energetiche sostenibili.</a:t>
            </a:r>
          </a:p>
        </p:txBody>
      </p:sp>
    </p:spTree>
    <p:extLst>
      <p:ext uri="{BB962C8B-B14F-4D97-AF65-F5344CB8AC3E}">
        <p14:creationId xmlns:p14="http://schemas.microsoft.com/office/powerpoint/2010/main" val="453946042"/>
      </p:ext>
    </p:extLst>
  </p:cSld>
  <p:clrMapOvr>
    <a:masterClrMapping/>
  </p:clrMapOvr>
</p:sld>
</file>

<file path=ppt/theme/theme1.xml><?xml version="1.0" encoding="utf-8"?>
<a:theme xmlns:a="http://schemas.openxmlformats.org/drawingml/2006/main" name="Fossil Fuels vs Renewable Energy Thesis Defense by Slidesgo">
  <a:themeElements>
    <a:clrScheme name="Simple Light">
      <a:dk1>
        <a:srgbClr val="13304E"/>
      </a:dk1>
      <a:lt1>
        <a:srgbClr val="FFFFFF"/>
      </a:lt1>
      <a:dk2>
        <a:srgbClr val="38516A"/>
      </a:dk2>
      <a:lt2>
        <a:srgbClr val="7B8C9D"/>
      </a:lt2>
      <a:accent1>
        <a:srgbClr val="6EA843"/>
      </a:accent1>
      <a:accent2>
        <a:srgbClr val="A4CD49"/>
      </a:accent2>
      <a:accent3>
        <a:srgbClr val="DBEBB7"/>
      </a:accent3>
      <a:accent4>
        <a:srgbClr val="F9B62E"/>
      </a:accent4>
      <a:accent5>
        <a:srgbClr val="FBDE25"/>
      </a:accent5>
      <a:accent6>
        <a:srgbClr val="4E8D3A"/>
      </a:accent6>
      <a:hlink>
        <a:srgbClr val="13304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650</TotalTime>
  <Words>3166</Words>
  <Application>Microsoft Office PowerPoint</Application>
  <PresentationFormat>Presentazione su schermo (16:9)</PresentationFormat>
  <Paragraphs>238</Paragraphs>
  <Slides>36</Slides>
  <Notes>11</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36</vt:i4>
      </vt:variant>
    </vt:vector>
  </HeadingPairs>
  <TitlesOfParts>
    <vt:vector size="43" baseType="lpstr">
      <vt:lpstr>Albert Sans</vt:lpstr>
      <vt:lpstr>zeitung</vt:lpstr>
      <vt:lpstr>DM Sans</vt:lpstr>
      <vt:lpstr>Arial</vt:lpstr>
      <vt:lpstr>Nunito Light</vt:lpstr>
      <vt:lpstr>Aptos</vt:lpstr>
      <vt:lpstr>Fossil Fuels vs Renewable Energy Thesis Defense by Slidesgo</vt:lpstr>
      <vt:lpstr>Global Data on Sustainable Energy (2000-2020)</vt:lpstr>
      <vt:lpstr>Scelta del dataset</vt:lpstr>
      <vt:lpstr> Pre-Processing</vt:lpstr>
      <vt:lpstr>Colonne del Dataset</vt:lpstr>
      <vt:lpstr>Esplorazione dei Dati (EDA)</vt:lpstr>
      <vt:lpstr>Boxplot</vt:lpstr>
      <vt:lpstr>Boxplot</vt:lpstr>
      <vt:lpstr>Matrice di Correlazione</vt:lpstr>
      <vt:lpstr>Matrice di Correlazione</vt:lpstr>
      <vt:lpstr>Analisi Univariata</vt:lpstr>
      <vt:lpstr>Presentazione standard di PowerPoint</vt:lpstr>
      <vt:lpstr>Analisi Univariata</vt:lpstr>
      <vt:lpstr>Analisi Bivariata</vt:lpstr>
      <vt:lpstr>Analisi Multivariata</vt:lpstr>
      <vt:lpstr>Presentazione standard di PowerPoint</vt:lpstr>
      <vt:lpstr> Splitting</vt:lpstr>
      <vt:lpstr> Regressione</vt:lpstr>
      <vt:lpstr>Grafico Regressione lineare</vt:lpstr>
      <vt:lpstr>Grafico Regressione lineare</vt:lpstr>
      <vt:lpstr>Grafico della Normalità dei Residui</vt:lpstr>
      <vt:lpstr> Addestramento del   Modello</vt:lpstr>
      <vt:lpstr>Classificazione</vt:lpstr>
      <vt:lpstr>Analisi dei Risultati dei Modelli</vt:lpstr>
      <vt:lpstr>Matrici di Confusione</vt:lpstr>
      <vt:lpstr>Analisi Matrici di Confusione</vt:lpstr>
      <vt:lpstr> Hyperparameter   Tuning</vt:lpstr>
      <vt:lpstr>Matrice di Confusione</vt:lpstr>
      <vt:lpstr>Valutazione della Performance</vt:lpstr>
      <vt:lpstr> Studio statistico sui risultati della valutazione</vt:lpstr>
      <vt:lpstr>Statistica Descrittiva  istogramma</vt:lpstr>
      <vt:lpstr>Statistica Descrittiva  Boxplot</vt:lpstr>
      <vt:lpstr>Statistica Descrittiva   Istogramma e Boxplot</vt:lpstr>
      <vt:lpstr>Analisi delle Curve di Apprendimento (Learning Curves)</vt:lpstr>
      <vt:lpstr>Analisi delle Curve di Apprendimento (Learning Curves)</vt:lpstr>
      <vt:lpstr>Conclusioni</vt:lpstr>
      <vt:lpstr>Conclusioni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Dada Stylinson</dc:creator>
  <cp:lastModifiedBy>Dada Stylinson</cp:lastModifiedBy>
  <cp:revision>4</cp:revision>
  <dcterms:modified xsi:type="dcterms:W3CDTF">2024-06-18T09:22:26Z</dcterms:modified>
</cp:coreProperties>
</file>